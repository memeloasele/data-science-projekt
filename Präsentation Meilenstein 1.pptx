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64" r:id="rId2"/>
    <p:sldId id="259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61" r:id="rId14"/>
    <p:sldId id="275" r:id="rId15"/>
  </p:sldIdLst>
  <p:sldSz cx="9144000" cy="5143500" type="screen16x9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orient="horz" pos="1620" userDrawn="1">
          <p15:clr>
            <a:srgbClr val="A4A3A4"/>
          </p15:clr>
        </p15:guide>
        <p15:guide id="5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98" autoAdjust="0"/>
    <p:restoredTop sz="94640" autoAdjust="0"/>
  </p:normalViewPr>
  <p:slideViewPr>
    <p:cSldViewPr snapToGrid="0">
      <p:cViewPr varScale="1">
        <p:scale>
          <a:sx n="142" d="100"/>
          <a:sy n="142" d="100"/>
        </p:scale>
        <p:origin x="312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70" d="100"/>
        <a:sy n="170" d="100"/>
      </p:scale>
      <p:origin x="0" y="0"/>
    </p:cViewPr>
  </p:sorterViewPr>
  <p:notesViewPr>
    <p:cSldViewPr snapToGrid="0" showGuides="1"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68313" y="243069"/>
            <a:ext cx="5903912" cy="458788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en-US" b="1"/>
              <a:t>Titel der Präsentation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483506" y="8777812"/>
            <a:ext cx="648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pPr algn="l"/>
            <a:fld id="{0A58BB19-F979-4D75-B90C-2227AC4FA73E}" type="datetime1">
              <a:rPr lang="de-DE" sz="800" smtClean="0"/>
              <a:t>18.05.2026</a:t>
            </a:fld>
            <a:endParaRPr lang="en-US" sz="8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68313" y="8777813"/>
            <a:ext cx="4500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r>
              <a:rPr lang="en-US" sz="800"/>
              <a:t>Universität Stuttgart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6270195" y="8777813"/>
            <a:ext cx="360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pPr algn="l"/>
            <a:fld id="{EE9A79A6-2547-4C8F-B0ED-316280A1A122}" type="slidenum">
              <a:rPr lang="en-US" sz="800" smtClean="0"/>
              <a:pPr algn="l"/>
              <a:t>‹Nr.›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561533372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95" userDrawn="1">
          <p15:clr>
            <a:srgbClr val="F26B43"/>
          </p15:clr>
        </p15:guide>
        <p15:guide id="3" pos="4014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347680" y="256832"/>
            <a:ext cx="6113274" cy="47505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 b="1"/>
            </a:lvl1pPr>
          </a:lstStyle>
          <a:p>
            <a:r>
              <a:rPr lang="en-US"/>
              <a:t>Titel der Präsentation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295600" y="8776800"/>
            <a:ext cx="648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/>
            </a:lvl1pPr>
          </a:lstStyle>
          <a:p>
            <a:fld id="{99BBEEE4-47E4-461F-AEBE-8556DA06EA00}" type="datetime1">
              <a:rPr lang="de-DE" smtClean="0"/>
              <a:t>18.05.2026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350" y="1020763"/>
            <a:ext cx="6792913" cy="382111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347992" y="5016760"/>
            <a:ext cx="6112961" cy="3645977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323850" y="8776800"/>
            <a:ext cx="464415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/>
            </a:lvl1pPr>
          </a:lstStyle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6120175" y="8776800"/>
            <a:ext cx="360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/>
            </a:lvl1pPr>
          </a:lstStyle>
          <a:p>
            <a:fld id="{05DD1DF0-DD4E-4B0C-B0FD-D16D9D2A9750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98570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180975" indent="-180975" algn="l" defTabSz="713232" rtl="0" eaLnBrk="1" latinLnBrk="0" hangingPunct="1">
      <a:lnSpc>
        <a:spcPct val="120000"/>
      </a:lnSpc>
      <a:buClr>
        <a:schemeClr val="accent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358775" indent="-177800" algn="l" defTabSz="713232" rtl="0" eaLnBrk="1" latinLnBrk="0" hangingPunct="1">
      <a:lnSpc>
        <a:spcPct val="12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538163" indent="-179388" algn="l" defTabSz="713232" rtl="0" eaLnBrk="1" latinLnBrk="0" hangingPunct="1">
      <a:lnSpc>
        <a:spcPct val="12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719138" indent="-180975" algn="l" defTabSz="713232" rtl="0" eaLnBrk="1" latinLnBrk="0" hangingPunct="1">
      <a:lnSpc>
        <a:spcPct val="12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896938" indent="-177800" algn="l" defTabSz="713232" rtl="0" eaLnBrk="1" latinLnBrk="0" hangingPunct="1">
      <a:lnSpc>
        <a:spcPct val="12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04" userDrawn="1">
          <p15:clr>
            <a:srgbClr val="F26B43"/>
          </p15:clr>
        </p15:guide>
        <p15:guide id="3" pos="4082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Kopfzeilenplatzhalt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Titel der Präsentation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9BBEEE4-47E4-461F-AEBE-8556DA06EA00}" type="datetime1">
              <a:rPr lang="de-DE" smtClean="0"/>
              <a:t>18.05.2026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D1DF0-DD4E-4B0C-B0FD-D16D9D2A975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136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fik 28">
            <a:extLst>
              <a:ext uri="{FF2B5EF4-FFF2-40B4-BE49-F238E27FC236}">
                <a16:creationId xmlns:a16="http://schemas.microsoft.com/office/drawing/2014/main" id="{5434E774-7C72-48E0-B896-1C63AA748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268958"/>
            <a:ext cx="2056867" cy="431998"/>
          </a:xfrm>
          <a:prstGeom prst="rect">
            <a:avLst/>
          </a:prstGeom>
        </p:spPr>
      </p:pic>
      <p:sp>
        <p:nvSpPr>
          <p:cNvPr id="9" name="Bildplatzhalte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66840"/>
            <a:ext cx="9144000" cy="3876659"/>
          </a:xfrm>
          <a:solidFill>
            <a:schemeClr val="bg1">
              <a:lumMod val="85000"/>
            </a:schemeClr>
          </a:solidFill>
        </p:spPr>
        <p:txBody>
          <a:bodyPr lIns="72000"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6BA6808-8CD4-4528-935A-3978EF1718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0522" y="449461"/>
            <a:ext cx="4140000" cy="4140000"/>
          </a:xfrm>
          <a:prstGeom prst="ellipse">
            <a:avLst/>
          </a:prstGeom>
          <a:solidFill>
            <a:schemeClr val="tx1"/>
          </a:solidFill>
        </p:spPr>
        <p:txBody>
          <a:bodyPr vert="horz" wrap="square" lIns="0" tIns="0" rIns="0" bIns="1116000" rtlCol="0" anchor="b" anchorCtr="0">
            <a:noAutofit/>
          </a:bodyPr>
          <a:lstStyle>
            <a:lvl1pPr>
              <a:defRPr lang="en-GB" sz="2800" baseline="0" dirty="0">
                <a:solidFill>
                  <a:schemeClr val="bg1"/>
                </a:solidFill>
              </a:defRPr>
            </a:lvl1pPr>
          </a:lstStyle>
          <a:p>
            <a:pPr marL="0" lvl="0" indent="0"/>
            <a:r>
              <a:rPr lang="de-DE" dirty="0"/>
              <a:t>Studentisches Projekt – Text durch Klicken </a:t>
            </a:r>
            <a:br>
              <a:rPr lang="de-DE" dirty="0"/>
            </a:br>
            <a:r>
              <a:rPr lang="de-DE" dirty="0"/>
              <a:t>hinzufügen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55772" y="2963635"/>
            <a:ext cx="3012621" cy="55517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1pPr>
            <a:lvl2pPr marL="342897" indent="0" algn="ctr">
              <a:buNone/>
              <a:defRPr sz="1500"/>
            </a:lvl2pPr>
            <a:lvl3pPr marL="685793" indent="0" algn="ctr">
              <a:buNone/>
              <a:defRPr sz="1350"/>
            </a:lvl3pPr>
            <a:lvl4pPr marL="1028690" indent="0" algn="ctr">
              <a:buNone/>
              <a:defRPr sz="1200"/>
            </a:lvl4pPr>
            <a:lvl5pPr marL="1371586" indent="0" algn="ctr">
              <a:buNone/>
              <a:defRPr sz="1200"/>
            </a:lvl5pPr>
            <a:lvl6pPr marL="1714483" indent="0" algn="ctr">
              <a:buNone/>
              <a:defRPr sz="1200"/>
            </a:lvl6pPr>
            <a:lvl7pPr marL="2057379" indent="0" algn="ctr">
              <a:buNone/>
              <a:defRPr sz="1200"/>
            </a:lvl7pPr>
            <a:lvl8pPr marL="2400276" indent="0" algn="ctr">
              <a:buNone/>
              <a:defRPr sz="1200"/>
            </a:lvl8pPr>
            <a:lvl9pPr marL="2743173" indent="0" algn="ctr">
              <a:buNone/>
              <a:defRPr sz="1200"/>
            </a:lvl9pPr>
          </a:lstStyle>
          <a:p>
            <a:r>
              <a:rPr lang="de-DE"/>
              <a:t>Untertitel Text durch Klicken hinzufügen</a:t>
            </a:r>
            <a:endParaRPr lang="de-DE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3A6FC492-F4FE-474B-9BFE-DAAE645B98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23010" y="3595860"/>
            <a:ext cx="1274400" cy="1274400"/>
          </a:xfrm>
          <a:prstGeom prst="ellipse">
            <a:avLst/>
          </a:prstGeom>
          <a:solidFill>
            <a:schemeClr val="bg1"/>
          </a:solidFill>
        </p:spPr>
        <p:txBody>
          <a:bodyPr wrap="none" lIns="0" tIns="0" rIns="0" bIns="0" anchor="ctr"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Vorname </a:t>
            </a:r>
            <a:br>
              <a:rPr lang="de-DE" dirty="0"/>
            </a:br>
            <a:r>
              <a:rPr lang="de-DE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546828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arriefrei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fik 28">
            <a:extLst>
              <a:ext uri="{FF2B5EF4-FFF2-40B4-BE49-F238E27FC236}">
                <a16:creationId xmlns:a16="http://schemas.microsoft.com/office/drawing/2014/main" id="{5434E774-7C72-48E0-B896-1C63AA748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268958"/>
            <a:ext cx="2056867" cy="431998"/>
          </a:xfrm>
          <a:prstGeom prst="rect">
            <a:avLst/>
          </a:prstGeom>
        </p:spPr>
      </p:pic>
      <p:sp>
        <p:nvSpPr>
          <p:cNvPr id="9" name="Bildplatzhalte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66840"/>
            <a:ext cx="9144000" cy="3876659"/>
          </a:xfrm>
          <a:solidFill>
            <a:schemeClr val="bg1">
              <a:lumMod val="85000"/>
            </a:schemeClr>
          </a:solidFill>
        </p:spPr>
        <p:txBody>
          <a:bodyPr lIns="72000"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6BA6808-8CD4-4528-935A-3978EF1718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0522" y="449461"/>
            <a:ext cx="4140000" cy="4140000"/>
          </a:xfrm>
          <a:prstGeom prst="ellipse">
            <a:avLst/>
          </a:prstGeom>
          <a:solidFill>
            <a:schemeClr val="accent2"/>
          </a:solidFill>
        </p:spPr>
        <p:txBody>
          <a:bodyPr vert="horz" wrap="square" lIns="0" tIns="0" rIns="0" bIns="1116000" rtlCol="0" anchor="b" anchorCtr="0">
            <a:noAutofit/>
          </a:bodyPr>
          <a:lstStyle>
            <a:lvl1pPr>
              <a:defRPr lang="en-GB" sz="2800" baseline="0" dirty="0">
                <a:solidFill>
                  <a:schemeClr val="bg1"/>
                </a:solidFill>
              </a:defRPr>
            </a:lvl1pPr>
          </a:lstStyle>
          <a:p>
            <a:pPr marL="0" lvl="0" indent="0"/>
            <a:r>
              <a:rPr lang="de-DE" dirty="0"/>
              <a:t>Studentisches Projekt – Text durch Klicken </a:t>
            </a:r>
            <a:br>
              <a:rPr lang="de-DE" dirty="0"/>
            </a:br>
            <a:r>
              <a:rPr lang="de-DE" dirty="0"/>
              <a:t>hinzufügen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55772" y="2963635"/>
            <a:ext cx="3012621" cy="55517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1pPr>
            <a:lvl2pPr marL="342897" indent="0" algn="ctr">
              <a:buNone/>
              <a:defRPr sz="1500"/>
            </a:lvl2pPr>
            <a:lvl3pPr marL="685793" indent="0" algn="ctr">
              <a:buNone/>
              <a:defRPr sz="1350"/>
            </a:lvl3pPr>
            <a:lvl4pPr marL="1028690" indent="0" algn="ctr">
              <a:buNone/>
              <a:defRPr sz="1200"/>
            </a:lvl4pPr>
            <a:lvl5pPr marL="1371586" indent="0" algn="ctr">
              <a:buNone/>
              <a:defRPr sz="1200"/>
            </a:lvl5pPr>
            <a:lvl6pPr marL="1714483" indent="0" algn="ctr">
              <a:buNone/>
              <a:defRPr sz="1200"/>
            </a:lvl6pPr>
            <a:lvl7pPr marL="2057379" indent="0" algn="ctr">
              <a:buNone/>
              <a:defRPr sz="1200"/>
            </a:lvl7pPr>
            <a:lvl8pPr marL="2400276" indent="0" algn="ctr">
              <a:buNone/>
              <a:defRPr sz="1200"/>
            </a:lvl8pPr>
            <a:lvl9pPr marL="2743173" indent="0" algn="ctr">
              <a:buNone/>
              <a:defRPr sz="1200"/>
            </a:lvl9pPr>
          </a:lstStyle>
          <a:p>
            <a:r>
              <a:rPr lang="de-DE"/>
              <a:t>Untertitel Text durch Klicken hinzufügen</a:t>
            </a:r>
            <a:endParaRPr lang="de-DE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3A6FC492-F4FE-474B-9BFE-DAAE645B98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23010" y="3595860"/>
            <a:ext cx="1274400" cy="1274400"/>
          </a:xfrm>
          <a:prstGeom prst="ellipse">
            <a:avLst/>
          </a:prstGeom>
          <a:solidFill>
            <a:schemeClr val="bg1"/>
          </a:solidFill>
        </p:spPr>
        <p:txBody>
          <a:bodyPr wrap="none" lIns="0" tIns="0" rIns="0" bIns="0" anchor="ctr"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Vorname </a:t>
            </a:r>
            <a:br>
              <a:rPr lang="de-DE" dirty="0"/>
            </a:br>
            <a:r>
              <a:rPr lang="de-DE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637925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arriefrei hel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fik 28">
            <a:extLst>
              <a:ext uri="{FF2B5EF4-FFF2-40B4-BE49-F238E27FC236}">
                <a16:creationId xmlns:a16="http://schemas.microsoft.com/office/drawing/2014/main" id="{5434E774-7C72-48E0-B896-1C63AA748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268958"/>
            <a:ext cx="2056867" cy="431998"/>
          </a:xfrm>
          <a:prstGeom prst="rect">
            <a:avLst/>
          </a:prstGeom>
        </p:spPr>
      </p:pic>
      <p:sp>
        <p:nvSpPr>
          <p:cNvPr id="9" name="Bildplatzhalte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66840"/>
            <a:ext cx="9144000" cy="3876659"/>
          </a:xfrm>
          <a:solidFill>
            <a:schemeClr val="bg1">
              <a:lumMod val="85000"/>
            </a:schemeClr>
          </a:solidFill>
        </p:spPr>
        <p:txBody>
          <a:bodyPr lIns="72000"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6BA6808-8CD4-4528-935A-3978EF1718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0522" y="449461"/>
            <a:ext cx="4140000" cy="4140000"/>
          </a:xfrm>
          <a:prstGeom prst="ellipse">
            <a:avLst/>
          </a:prstGeom>
          <a:solidFill>
            <a:schemeClr val="accent1"/>
          </a:solidFill>
        </p:spPr>
        <p:txBody>
          <a:bodyPr vert="horz" wrap="square" lIns="0" tIns="0" rIns="0" bIns="1116000" rtlCol="0" anchor="b" anchorCtr="0">
            <a:noAutofit/>
          </a:bodyPr>
          <a:lstStyle>
            <a:lvl1pPr>
              <a:defRPr lang="en-GB" sz="2800" baseline="0" dirty="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pPr marL="0" lvl="0" indent="0"/>
            <a:r>
              <a:rPr lang="de-DE" dirty="0"/>
              <a:t>Studentisches Projekt – Text durch Klicken </a:t>
            </a:r>
            <a:br>
              <a:rPr lang="de-DE" dirty="0"/>
            </a:br>
            <a:r>
              <a:rPr lang="de-DE" dirty="0"/>
              <a:t>hinzufügen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55772" y="2963635"/>
            <a:ext cx="3012621" cy="55517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highlight>
                  <a:srgbClr val="000000"/>
                </a:highlight>
              </a:defRPr>
            </a:lvl1pPr>
            <a:lvl2pPr marL="342897" indent="0" algn="ctr">
              <a:buNone/>
              <a:defRPr sz="1500"/>
            </a:lvl2pPr>
            <a:lvl3pPr marL="685793" indent="0" algn="ctr">
              <a:buNone/>
              <a:defRPr sz="1350"/>
            </a:lvl3pPr>
            <a:lvl4pPr marL="1028690" indent="0" algn="ctr">
              <a:buNone/>
              <a:defRPr sz="1200"/>
            </a:lvl4pPr>
            <a:lvl5pPr marL="1371586" indent="0" algn="ctr">
              <a:buNone/>
              <a:defRPr sz="1200"/>
            </a:lvl5pPr>
            <a:lvl6pPr marL="1714483" indent="0" algn="ctr">
              <a:buNone/>
              <a:defRPr sz="1200"/>
            </a:lvl6pPr>
            <a:lvl7pPr marL="2057379" indent="0" algn="ctr">
              <a:buNone/>
              <a:defRPr sz="1200"/>
            </a:lvl7pPr>
            <a:lvl8pPr marL="2400276" indent="0" algn="ctr">
              <a:buNone/>
              <a:defRPr sz="1200"/>
            </a:lvl8pPr>
            <a:lvl9pPr marL="2743173" indent="0" algn="ctr">
              <a:buNone/>
              <a:defRPr sz="1200"/>
            </a:lvl9pPr>
          </a:lstStyle>
          <a:p>
            <a:r>
              <a:rPr lang="de-DE"/>
              <a:t>Untertitel Text durch Klicken hinzufügen</a:t>
            </a:r>
            <a:endParaRPr lang="de-DE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3A6FC492-F4FE-474B-9BFE-DAAE645B98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23010" y="3595860"/>
            <a:ext cx="1274400" cy="1274400"/>
          </a:xfrm>
          <a:prstGeom prst="ellipse">
            <a:avLst/>
          </a:prstGeom>
          <a:solidFill>
            <a:schemeClr val="bg1"/>
          </a:solidFill>
        </p:spPr>
        <p:txBody>
          <a:bodyPr wrap="none" lIns="0" tIns="0" rIns="0" bIns="0" anchor="ctr"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Vorname </a:t>
            </a:r>
            <a:br>
              <a:rPr lang="de-DE" dirty="0"/>
            </a:br>
            <a:r>
              <a:rPr lang="de-DE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2357438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Instit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fik 28">
            <a:extLst>
              <a:ext uri="{FF2B5EF4-FFF2-40B4-BE49-F238E27FC236}">
                <a16:creationId xmlns:a16="http://schemas.microsoft.com/office/drawing/2014/main" id="{5434E774-7C72-48E0-B896-1C63AA748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268958"/>
            <a:ext cx="2056867" cy="431998"/>
          </a:xfrm>
          <a:prstGeom prst="rect">
            <a:avLst/>
          </a:prstGeom>
        </p:spPr>
      </p:pic>
      <p:sp>
        <p:nvSpPr>
          <p:cNvPr id="9" name="Bildplatzhalter 8"/>
          <p:cNvSpPr>
            <a:spLocks noGrp="1"/>
          </p:cNvSpPr>
          <p:nvPr>
            <p:ph type="pic" sz="quarter" idx="10"/>
          </p:nvPr>
        </p:nvSpPr>
        <p:spPr>
          <a:xfrm>
            <a:off x="0" y="1266840"/>
            <a:ext cx="9144000" cy="3876659"/>
          </a:xfrm>
          <a:solidFill>
            <a:schemeClr val="bg1">
              <a:lumMod val="85000"/>
            </a:schemeClr>
          </a:solidFill>
        </p:spPr>
        <p:txBody>
          <a:bodyPr lIns="72000"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8" name="Titel 2">
            <a:extLst>
              <a:ext uri="{FF2B5EF4-FFF2-40B4-BE49-F238E27FC236}">
                <a16:creationId xmlns:a16="http://schemas.microsoft.com/office/drawing/2014/main" id="{098769ED-90D0-4473-B1B2-1CE12B519F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0522" y="449461"/>
            <a:ext cx="4140000" cy="4140000"/>
          </a:xfrm>
          <a:prstGeom prst="ellipse">
            <a:avLst/>
          </a:prstGeom>
          <a:solidFill>
            <a:schemeClr val="accent1"/>
          </a:solidFill>
        </p:spPr>
        <p:txBody>
          <a:bodyPr vert="horz" wrap="square" lIns="0" tIns="0" rIns="0" bIns="1116000" rtlCol="0" anchor="b" anchorCtr="0">
            <a:noAutofit/>
          </a:bodyPr>
          <a:lstStyle>
            <a:lvl1pPr>
              <a:defRPr lang="en-GB" sz="2800" baseline="0" dirty="0">
                <a:solidFill>
                  <a:schemeClr val="tx1"/>
                </a:solidFill>
              </a:defRPr>
            </a:lvl1pPr>
          </a:lstStyle>
          <a:p>
            <a:pPr marL="0" lvl="0" indent="0"/>
            <a:r>
              <a:rPr lang="de-DE" dirty="0"/>
              <a:t>Studentisches Projekt – Text hinzufügen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55772" y="2963635"/>
            <a:ext cx="3012621" cy="55517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897" indent="0" algn="ctr">
              <a:buNone/>
              <a:defRPr sz="1500"/>
            </a:lvl2pPr>
            <a:lvl3pPr marL="685793" indent="0" algn="ctr">
              <a:buNone/>
              <a:defRPr sz="1350"/>
            </a:lvl3pPr>
            <a:lvl4pPr marL="1028690" indent="0" algn="ctr">
              <a:buNone/>
              <a:defRPr sz="1200"/>
            </a:lvl4pPr>
            <a:lvl5pPr marL="1371586" indent="0" algn="ctr">
              <a:buNone/>
              <a:defRPr sz="1200"/>
            </a:lvl5pPr>
            <a:lvl6pPr marL="1714483" indent="0" algn="ctr">
              <a:buNone/>
              <a:defRPr sz="1200"/>
            </a:lvl6pPr>
            <a:lvl7pPr marL="2057379" indent="0" algn="ctr">
              <a:buNone/>
              <a:defRPr sz="1200"/>
            </a:lvl7pPr>
            <a:lvl8pPr marL="2400276" indent="0" algn="ctr">
              <a:buNone/>
              <a:defRPr sz="1200"/>
            </a:lvl8pPr>
            <a:lvl9pPr marL="2743173" indent="0" algn="ctr">
              <a:buNone/>
              <a:defRPr sz="1200"/>
            </a:lvl9pPr>
          </a:lstStyle>
          <a:p>
            <a:r>
              <a:rPr lang="de-DE"/>
              <a:t>Untertitel Text durch Klicken hinzufügen</a:t>
            </a:r>
            <a:endParaRPr lang="de-DE" dirty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B9FD99DC-C17A-49FB-8F13-40F41E801AB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7049410" y="3459060"/>
            <a:ext cx="1548000" cy="1548000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sz="900" baseline="0"/>
            </a:lvl1pPr>
          </a:lstStyle>
          <a:p>
            <a:r>
              <a:rPr lang="de-DE" dirty="0" err="1"/>
              <a:t>Sublogo</a:t>
            </a:r>
            <a:r>
              <a:rPr lang="de-DE" dirty="0"/>
              <a:t> einfügen</a:t>
            </a:r>
          </a:p>
        </p:txBody>
      </p:sp>
    </p:spTree>
    <p:extLst>
      <p:ext uri="{BB962C8B-B14F-4D97-AF65-F5344CB8AC3E}">
        <p14:creationId xmlns:p14="http://schemas.microsoft.com/office/powerpoint/2010/main" val="656871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Institu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fik 28">
            <a:extLst>
              <a:ext uri="{FF2B5EF4-FFF2-40B4-BE49-F238E27FC236}">
                <a16:creationId xmlns:a16="http://schemas.microsoft.com/office/drawing/2014/main" id="{5434E774-7C72-48E0-B896-1C63AA748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268958"/>
            <a:ext cx="2056867" cy="431998"/>
          </a:xfrm>
          <a:prstGeom prst="rect">
            <a:avLst/>
          </a:prstGeom>
        </p:spPr>
      </p:pic>
      <p:sp>
        <p:nvSpPr>
          <p:cNvPr id="9" name="Bildplatzhalter 8"/>
          <p:cNvSpPr>
            <a:spLocks noGrp="1"/>
          </p:cNvSpPr>
          <p:nvPr>
            <p:ph type="pic" sz="quarter" idx="10"/>
          </p:nvPr>
        </p:nvSpPr>
        <p:spPr>
          <a:xfrm>
            <a:off x="0" y="1266841"/>
            <a:ext cx="9144000" cy="3304800"/>
          </a:xfrm>
          <a:solidFill>
            <a:schemeClr val="bg1">
              <a:lumMod val="85000"/>
            </a:schemeClr>
          </a:solidFill>
        </p:spPr>
        <p:txBody>
          <a:bodyPr lIns="72000"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6" name="Titel 2">
            <a:extLst>
              <a:ext uri="{FF2B5EF4-FFF2-40B4-BE49-F238E27FC236}">
                <a16:creationId xmlns:a16="http://schemas.microsoft.com/office/drawing/2014/main" id="{FCF15244-A895-48BB-9A90-27BC5159A1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6509" y="488684"/>
            <a:ext cx="3913200" cy="3913200"/>
          </a:xfrm>
          <a:prstGeom prst="ellipse">
            <a:avLst/>
          </a:prstGeom>
          <a:solidFill>
            <a:schemeClr val="accent1"/>
          </a:solidFill>
        </p:spPr>
        <p:txBody>
          <a:bodyPr vert="horz" wrap="square" lIns="0" tIns="0" rIns="0" bIns="1116000" rtlCol="0" anchor="b" anchorCtr="0">
            <a:noAutofit/>
          </a:bodyPr>
          <a:lstStyle>
            <a:lvl1pPr>
              <a:defRPr lang="en-GB" sz="2500" baseline="0" dirty="0">
                <a:solidFill>
                  <a:schemeClr val="tx1"/>
                </a:solidFill>
              </a:defRPr>
            </a:lvl1pPr>
          </a:lstStyle>
          <a:p>
            <a:pPr marL="0" lvl="0" indent="0"/>
            <a:r>
              <a:rPr lang="de-DE" dirty="0"/>
              <a:t>Studentisches Projekt – Text hinzufügen</a:t>
            </a:r>
            <a:endParaRPr lang="en-GB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FF9C1028-5CF0-4B0B-90F2-2CDD6683E1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8866" y="2881993"/>
            <a:ext cx="3012621" cy="55517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897" indent="0" algn="ctr">
              <a:buNone/>
              <a:defRPr sz="1500"/>
            </a:lvl2pPr>
            <a:lvl3pPr marL="685793" indent="0" algn="ctr">
              <a:buNone/>
              <a:defRPr sz="1350"/>
            </a:lvl3pPr>
            <a:lvl4pPr marL="1028690" indent="0" algn="ctr">
              <a:buNone/>
              <a:defRPr sz="1200"/>
            </a:lvl4pPr>
            <a:lvl5pPr marL="1371586" indent="0" algn="ctr">
              <a:buNone/>
              <a:defRPr sz="1200"/>
            </a:lvl5pPr>
            <a:lvl6pPr marL="1714483" indent="0" algn="ctr">
              <a:buNone/>
              <a:defRPr sz="1200"/>
            </a:lvl6pPr>
            <a:lvl7pPr marL="2057379" indent="0" algn="ctr">
              <a:buNone/>
              <a:defRPr sz="1200"/>
            </a:lvl7pPr>
            <a:lvl8pPr marL="2400276" indent="0" algn="ctr">
              <a:buNone/>
              <a:defRPr sz="1200"/>
            </a:lvl8pPr>
            <a:lvl9pPr marL="2743173" indent="0" algn="ctr">
              <a:buNone/>
              <a:defRPr sz="1200"/>
            </a:lvl9pPr>
          </a:lstStyle>
          <a:p>
            <a:r>
              <a:rPr lang="de-DE"/>
              <a:t>Untertitel Text durch Klicken hinzufügen</a:t>
            </a:r>
            <a:endParaRPr lang="de-DE" dirty="0"/>
          </a:p>
        </p:txBody>
      </p:sp>
      <p:sp>
        <p:nvSpPr>
          <p:cNvPr id="7" name="Bildplatzhalte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7298630" y="4694760"/>
            <a:ext cx="1415910" cy="330480"/>
          </a:xfrm>
        </p:spPr>
        <p:txBody>
          <a:bodyPr/>
          <a:lstStyle>
            <a:lvl1pPr marL="0" indent="0">
              <a:buFontTx/>
              <a:buNone/>
              <a:defRPr sz="1100" baseline="0"/>
            </a:lvl1pPr>
          </a:lstStyle>
          <a:p>
            <a:r>
              <a:rPr lang="de-DE" dirty="0" err="1"/>
              <a:t>Sublogo</a:t>
            </a:r>
            <a:r>
              <a:rPr lang="de-DE" dirty="0"/>
              <a:t> einfügen</a:t>
            </a:r>
          </a:p>
        </p:txBody>
      </p:sp>
    </p:spTree>
    <p:extLst>
      <p:ext uri="{BB962C8B-B14F-4D97-AF65-F5344CB8AC3E}">
        <p14:creationId xmlns:p14="http://schemas.microsoft.com/office/powerpoint/2010/main" val="3410904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85E028-F200-4ED8-8CC6-0D42239F9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18B4599F-1F24-4FF7-8F3E-EDB79B1AB9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242457C-9D3C-4FB2-8270-7D88177089F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383F5EF-CAAC-4641-B67B-1065014BBAA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749999-41CA-45CD-9FE6-6B92C91AB0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450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el 14">
            <a:extLst>
              <a:ext uri="{FF2B5EF4-FFF2-40B4-BE49-F238E27FC236}">
                <a16:creationId xmlns:a16="http://schemas.microsoft.com/office/drawing/2014/main" id="{D0727A05-0C1A-4583-AE41-BB5812D3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0DBE4A7F-2625-4844-8794-CF87BAE82F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6" y="1008000"/>
            <a:ext cx="8243887" cy="370638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4E952FD-FBF2-4577-AF41-5AD9E29FB18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3FF78AB-8053-4D17-B97F-29F379970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5C8B4244-AAEA-4C3A-BD78-5A6A389E6ED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284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Kapit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989E6229-E650-4C0F-8141-1787714FD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79949" y="0"/>
            <a:ext cx="6543725" cy="3533140"/>
          </a:xfrm>
          <a:custGeom>
            <a:avLst/>
            <a:gdLst>
              <a:gd name="connsiteX0" fmla="*/ 10560 w 6543725"/>
              <a:gd name="connsiteY0" fmla="*/ 0 h 3533140"/>
              <a:gd name="connsiteX1" fmla="*/ 6533165 w 6543725"/>
              <a:gd name="connsiteY1" fmla="*/ 0 h 3533140"/>
              <a:gd name="connsiteX2" fmla="*/ 6543725 w 6543725"/>
              <a:gd name="connsiteY2" fmla="*/ 261277 h 3533140"/>
              <a:gd name="connsiteX3" fmla="*/ 6532879 w 6543725"/>
              <a:gd name="connsiteY3" fmla="*/ 529622 h 3533140"/>
              <a:gd name="connsiteX4" fmla="*/ 6500902 w 6543725"/>
              <a:gd name="connsiteY4" fmla="*/ 791992 h 3533140"/>
              <a:gd name="connsiteX5" fmla="*/ 6448637 w 6543725"/>
              <a:gd name="connsiteY5" fmla="*/ 1047546 h 3533140"/>
              <a:gd name="connsiteX6" fmla="*/ 6376924 w 6543725"/>
              <a:gd name="connsiteY6" fmla="*/ 1295442 h 3533140"/>
              <a:gd name="connsiteX7" fmla="*/ 6286607 w 6543725"/>
              <a:gd name="connsiteY7" fmla="*/ 1534837 h 3533140"/>
              <a:gd name="connsiteX8" fmla="*/ 6178527 w 6543725"/>
              <a:gd name="connsiteY8" fmla="*/ 1764890 h 3533140"/>
              <a:gd name="connsiteX9" fmla="*/ 6053527 w 6543725"/>
              <a:gd name="connsiteY9" fmla="*/ 1984758 h 3533140"/>
              <a:gd name="connsiteX10" fmla="*/ 5912448 w 6543725"/>
              <a:gd name="connsiteY10" fmla="*/ 2193600 h 3533140"/>
              <a:gd name="connsiteX11" fmla="*/ 5756132 w 6543725"/>
              <a:gd name="connsiteY11" fmla="*/ 2390573 h 3533140"/>
              <a:gd name="connsiteX12" fmla="*/ 5585421 w 6543725"/>
              <a:gd name="connsiteY12" fmla="*/ 2574836 h 3533140"/>
              <a:gd name="connsiteX13" fmla="*/ 5401159 w 6543725"/>
              <a:gd name="connsiteY13" fmla="*/ 2745547 h 3533140"/>
              <a:gd name="connsiteX14" fmla="*/ 5204185 w 6543725"/>
              <a:gd name="connsiteY14" fmla="*/ 2901862 h 3533140"/>
              <a:gd name="connsiteX15" fmla="*/ 4995343 w 6543725"/>
              <a:gd name="connsiteY15" fmla="*/ 3042941 h 3533140"/>
              <a:gd name="connsiteX16" fmla="*/ 4775475 w 6543725"/>
              <a:gd name="connsiteY16" fmla="*/ 3167942 h 3533140"/>
              <a:gd name="connsiteX17" fmla="*/ 4545422 w 6543725"/>
              <a:gd name="connsiteY17" fmla="*/ 3276022 h 3533140"/>
              <a:gd name="connsiteX18" fmla="*/ 4306027 w 6543725"/>
              <a:gd name="connsiteY18" fmla="*/ 3366339 h 3533140"/>
              <a:gd name="connsiteX19" fmla="*/ 4058131 w 6543725"/>
              <a:gd name="connsiteY19" fmla="*/ 3438051 h 3533140"/>
              <a:gd name="connsiteX20" fmla="*/ 3802577 w 6543725"/>
              <a:gd name="connsiteY20" fmla="*/ 3490317 h 3533140"/>
              <a:gd name="connsiteX21" fmla="*/ 3540207 w 6543725"/>
              <a:gd name="connsiteY21" fmla="*/ 3522294 h 3533140"/>
              <a:gd name="connsiteX22" fmla="*/ 3271862 w 6543725"/>
              <a:gd name="connsiteY22" fmla="*/ 3533140 h 3533140"/>
              <a:gd name="connsiteX23" fmla="*/ 3003520 w 6543725"/>
              <a:gd name="connsiteY23" fmla="*/ 3522294 h 3533140"/>
              <a:gd name="connsiteX24" fmla="*/ 2741151 w 6543725"/>
              <a:gd name="connsiteY24" fmla="*/ 3490317 h 3533140"/>
              <a:gd name="connsiteX25" fmla="*/ 2485598 w 6543725"/>
              <a:gd name="connsiteY25" fmla="*/ 3438051 h 3533140"/>
              <a:gd name="connsiteX26" fmla="*/ 2237703 w 6543725"/>
              <a:gd name="connsiteY26" fmla="*/ 3366339 h 3533140"/>
              <a:gd name="connsiteX27" fmla="*/ 1998308 w 6543725"/>
              <a:gd name="connsiteY27" fmla="*/ 3276022 h 3533140"/>
              <a:gd name="connsiteX28" fmla="*/ 1768256 w 6543725"/>
              <a:gd name="connsiteY28" fmla="*/ 3167942 h 3533140"/>
              <a:gd name="connsiteX29" fmla="*/ 1548387 w 6543725"/>
              <a:gd name="connsiteY29" fmla="*/ 3042941 h 3533140"/>
              <a:gd name="connsiteX30" fmla="*/ 1339545 w 6543725"/>
              <a:gd name="connsiteY30" fmla="*/ 2901862 h 3533140"/>
              <a:gd name="connsiteX31" fmla="*/ 1142571 w 6543725"/>
              <a:gd name="connsiteY31" fmla="*/ 2745547 h 3533140"/>
              <a:gd name="connsiteX32" fmla="*/ 958308 w 6543725"/>
              <a:gd name="connsiteY32" fmla="*/ 2574836 h 3533140"/>
              <a:gd name="connsiteX33" fmla="*/ 787597 w 6543725"/>
              <a:gd name="connsiteY33" fmla="*/ 2390573 h 3533140"/>
              <a:gd name="connsiteX34" fmla="*/ 631281 w 6543725"/>
              <a:gd name="connsiteY34" fmla="*/ 2193600 h 3533140"/>
              <a:gd name="connsiteX35" fmla="*/ 490201 w 6543725"/>
              <a:gd name="connsiteY35" fmla="*/ 1984758 h 3533140"/>
              <a:gd name="connsiteX36" fmla="*/ 365200 w 6543725"/>
              <a:gd name="connsiteY36" fmla="*/ 1764890 h 3533140"/>
              <a:gd name="connsiteX37" fmla="*/ 257120 w 6543725"/>
              <a:gd name="connsiteY37" fmla="*/ 1534837 h 3533140"/>
              <a:gd name="connsiteX38" fmla="*/ 166802 w 6543725"/>
              <a:gd name="connsiteY38" fmla="*/ 1295442 h 3533140"/>
              <a:gd name="connsiteX39" fmla="*/ 95089 w 6543725"/>
              <a:gd name="connsiteY39" fmla="*/ 1047546 h 3533140"/>
              <a:gd name="connsiteX40" fmla="*/ 42823 w 6543725"/>
              <a:gd name="connsiteY40" fmla="*/ 791992 h 3533140"/>
              <a:gd name="connsiteX41" fmla="*/ 10846 w 6543725"/>
              <a:gd name="connsiteY41" fmla="*/ 529622 h 3533140"/>
              <a:gd name="connsiteX42" fmla="*/ 0 w 6543725"/>
              <a:gd name="connsiteY42" fmla="*/ 261277 h 3533140"/>
              <a:gd name="connsiteX43" fmla="*/ 10560 w 6543725"/>
              <a:gd name="connsiteY43" fmla="*/ 0 h 3533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543725" h="3533140">
                <a:moveTo>
                  <a:pt x="10560" y="0"/>
                </a:moveTo>
                <a:lnTo>
                  <a:pt x="6533165" y="0"/>
                </a:lnTo>
                <a:lnTo>
                  <a:pt x="6543725" y="261277"/>
                </a:lnTo>
                <a:lnTo>
                  <a:pt x="6532879" y="529622"/>
                </a:lnTo>
                <a:lnTo>
                  <a:pt x="6500902" y="791992"/>
                </a:lnTo>
                <a:lnTo>
                  <a:pt x="6448637" y="1047546"/>
                </a:lnTo>
                <a:lnTo>
                  <a:pt x="6376924" y="1295442"/>
                </a:lnTo>
                <a:lnTo>
                  <a:pt x="6286607" y="1534837"/>
                </a:lnTo>
                <a:lnTo>
                  <a:pt x="6178527" y="1764890"/>
                </a:lnTo>
                <a:lnTo>
                  <a:pt x="6053527" y="1984758"/>
                </a:lnTo>
                <a:lnTo>
                  <a:pt x="5912448" y="2193600"/>
                </a:lnTo>
                <a:lnTo>
                  <a:pt x="5756132" y="2390573"/>
                </a:lnTo>
                <a:lnTo>
                  <a:pt x="5585421" y="2574836"/>
                </a:lnTo>
                <a:lnTo>
                  <a:pt x="5401159" y="2745547"/>
                </a:lnTo>
                <a:lnTo>
                  <a:pt x="5204185" y="2901862"/>
                </a:lnTo>
                <a:lnTo>
                  <a:pt x="4995343" y="3042941"/>
                </a:lnTo>
                <a:lnTo>
                  <a:pt x="4775475" y="3167942"/>
                </a:lnTo>
                <a:lnTo>
                  <a:pt x="4545422" y="3276022"/>
                </a:lnTo>
                <a:lnTo>
                  <a:pt x="4306027" y="3366339"/>
                </a:lnTo>
                <a:lnTo>
                  <a:pt x="4058131" y="3438051"/>
                </a:lnTo>
                <a:lnTo>
                  <a:pt x="3802577" y="3490317"/>
                </a:lnTo>
                <a:lnTo>
                  <a:pt x="3540207" y="3522294"/>
                </a:lnTo>
                <a:lnTo>
                  <a:pt x="3271862" y="3533140"/>
                </a:lnTo>
                <a:lnTo>
                  <a:pt x="3003520" y="3522294"/>
                </a:lnTo>
                <a:lnTo>
                  <a:pt x="2741151" y="3490317"/>
                </a:lnTo>
                <a:lnTo>
                  <a:pt x="2485598" y="3438051"/>
                </a:lnTo>
                <a:lnTo>
                  <a:pt x="2237703" y="3366339"/>
                </a:lnTo>
                <a:lnTo>
                  <a:pt x="1998308" y="3276022"/>
                </a:lnTo>
                <a:lnTo>
                  <a:pt x="1768256" y="3167942"/>
                </a:lnTo>
                <a:lnTo>
                  <a:pt x="1548387" y="3042941"/>
                </a:lnTo>
                <a:lnTo>
                  <a:pt x="1339545" y="2901862"/>
                </a:lnTo>
                <a:lnTo>
                  <a:pt x="1142571" y="2745547"/>
                </a:lnTo>
                <a:lnTo>
                  <a:pt x="958308" y="2574836"/>
                </a:lnTo>
                <a:lnTo>
                  <a:pt x="787597" y="2390573"/>
                </a:lnTo>
                <a:lnTo>
                  <a:pt x="631281" y="2193600"/>
                </a:lnTo>
                <a:lnTo>
                  <a:pt x="490201" y="1984758"/>
                </a:lnTo>
                <a:lnTo>
                  <a:pt x="365200" y="1764890"/>
                </a:lnTo>
                <a:lnTo>
                  <a:pt x="257120" y="1534837"/>
                </a:lnTo>
                <a:lnTo>
                  <a:pt x="166802" y="1295442"/>
                </a:lnTo>
                <a:lnTo>
                  <a:pt x="95089" y="1047546"/>
                </a:lnTo>
                <a:lnTo>
                  <a:pt x="42823" y="791992"/>
                </a:lnTo>
                <a:lnTo>
                  <a:pt x="10846" y="529622"/>
                </a:lnTo>
                <a:lnTo>
                  <a:pt x="0" y="261277"/>
                </a:lnTo>
                <a:lnTo>
                  <a:pt x="105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492756" y="566845"/>
            <a:ext cx="4118110" cy="199439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tx1"/>
                </a:solidFill>
              </a:defRPr>
            </a:lvl1pPr>
            <a:lvl2pPr marL="34289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9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2756" y="809999"/>
            <a:ext cx="4118110" cy="1853687"/>
          </a:xfrm>
          <a:prstGeom prst="rect">
            <a:avLst/>
          </a:prstGeo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10761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Unterkapite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422803" y="1749602"/>
            <a:ext cx="3026729" cy="199439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</a:defRPr>
            </a:lvl1pPr>
            <a:lvl2pPr marL="34289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9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Unterkapitel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2802" y="2025000"/>
            <a:ext cx="5526581" cy="810000"/>
          </a:xfrm>
          <a:prstGeom prst="rect">
            <a:avLst/>
          </a:prstGeom>
        </p:spPr>
        <p:txBody>
          <a:bodyPr anchor="t" anchorCtr="0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8261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15285CE5-013A-4554-99D3-E6E1B7530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9255" y="-1"/>
            <a:ext cx="7842289" cy="4234271"/>
          </a:xfrm>
          <a:custGeom>
            <a:avLst/>
            <a:gdLst>
              <a:gd name="connsiteX0" fmla="*/ 10560 w 6543725"/>
              <a:gd name="connsiteY0" fmla="*/ 0 h 3533140"/>
              <a:gd name="connsiteX1" fmla="*/ 6533165 w 6543725"/>
              <a:gd name="connsiteY1" fmla="*/ 0 h 3533140"/>
              <a:gd name="connsiteX2" fmla="*/ 6543725 w 6543725"/>
              <a:gd name="connsiteY2" fmla="*/ 261277 h 3533140"/>
              <a:gd name="connsiteX3" fmla="*/ 6532879 w 6543725"/>
              <a:gd name="connsiteY3" fmla="*/ 529622 h 3533140"/>
              <a:gd name="connsiteX4" fmla="*/ 6500902 w 6543725"/>
              <a:gd name="connsiteY4" fmla="*/ 791992 h 3533140"/>
              <a:gd name="connsiteX5" fmla="*/ 6448637 w 6543725"/>
              <a:gd name="connsiteY5" fmla="*/ 1047546 h 3533140"/>
              <a:gd name="connsiteX6" fmla="*/ 6376924 w 6543725"/>
              <a:gd name="connsiteY6" fmla="*/ 1295442 h 3533140"/>
              <a:gd name="connsiteX7" fmla="*/ 6286607 w 6543725"/>
              <a:gd name="connsiteY7" fmla="*/ 1534837 h 3533140"/>
              <a:gd name="connsiteX8" fmla="*/ 6178527 w 6543725"/>
              <a:gd name="connsiteY8" fmla="*/ 1764890 h 3533140"/>
              <a:gd name="connsiteX9" fmla="*/ 6053527 w 6543725"/>
              <a:gd name="connsiteY9" fmla="*/ 1984758 h 3533140"/>
              <a:gd name="connsiteX10" fmla="*/ 5912448 w 6543725"/>
              <a:gd name="connsiteY10" fmla="*/ 2193600 h 3533140"/>
              <a:gd name="connsiteX11" fmla="*/ 5756132 w 6543725"/>
              <a:gd name="connsiteY11" fmla="*/ 2390573 h 3533140"/>
              <a:gd name="connsiteX12" fmla="*/ 5585421 w 6543725"/>
              <a:gd name="connsiteY12" fmla="*/ 2574836 h 3533140"/>
              <a:gd name="connsiteX13" fmla="*/ 5401159 w 6543725"/>
              <a:gd name="connsiteY13" fmla="*/ 2745547 h 3533140"/>
              <a:gd name="connsiteX14" fmla="*/ 5204185 w 6543725"/>
              <a:gd name="connsiteY14" fmla="*/ 2901862 h 3533140"/>
              <a:gd name="connsiteX15" fmla="*/ 4995343 w 6543725"/>
              <a:gd name="connsiteY15" fmla="*/ 3042941 h 3533140"/>
              <a:gd name="connsiteX16" fmla="*/ 4775475 w 6543725"/>
              <a:gd name="connsiteY16" fmla="*/ 3167942 h 3533140"/>
              <a:gd name="connsiteX17" fmla="*/ 4545422 w 6543725"/>
              <a:gd name="connsiteY17" fmla="*/ 3276022 h 3533140"/>
              <a:gd name="connsiteX18" fmla="*/ 4306027 w 6543725"/>
              <a:gd name="connsiteY18" fmla="*/ 3366339 h 3533140"/>
              <a:gd name="connsiteX19" fmla="*/ 4058131 w 6543725"/>
              <a:gd name="connsiteY19" fmla="*/ 3438051 h 3533140"/>
              <a:gd name="connsiteX20" fmla="*/ 3802577 w 6543725"/>
              <a:gd name="connsiteY20" fmla="*/ 3490317 h 3533140"/>
              <a:gd name="connsiteX21" fmla="*/ 3540207 w 6543725"/>
              <a:gd name="connsiteY21" fmla="*/ 3522294 h 3533140"/>
              <a:gd name="connsiteX22" fmla="*/ 3271862 w 6543725"/>
              <a:gd name="connsiteY22" fmla="*/ 3533140 h 3533140"/>
              <a:gd name="connsiteX23" fmla="*/ 3003520 w 6543725"/>
              <a:gd name="connsiteY23" fmla="*/ 3522294 h 3533140"/>
              <a:gd name="connsiteX24" fmla="*/ 2741151 w 6543725"/>
              <a:gd name="connsiteY24" fmla="*/ 3490317 h 3533140"/>
              <a:gd name="connsiteX25" fmla="*/ 2485598 w 6543725"/>
              <a:gd name="connsiteY25" fmla="*/ 3438051 h 3533140"/>
              <a:gd name="connsiteX26" fmla="*/ 2237703 w 6543725"/>
              <a:gd name="connsiteY26" fmla="*/ 3366339 h 3533140"/>
              <a:gd name="connsiteX27" fmla="*/ 1998308 w 6543725"/>
              <a:gd name="connsiteY27" fmla="*/ 3276022 h 3533140"/>
              <a:gd name="connsiteX28" fmla="*/ 1768256 w 6543725"/>
              <a:gd name="connsiteY28" fmla="*/ 3167942 h 3533140"/>
              <a:gd name="connsiteX29" fmla="*/ 1548387 w 6543725"/>
              <a:gd name="connsiteY29" fmla="*/ 3042941 h 3533140"/>
              <a:gd name="connsiteX30" fmla="*/ 1339545 w 6543725"/>
              <a:gd name="connsiteY30" fmla="*/ 2901862 h 3533140"/>
              <a:gd name="connsiteX31" fmla="*/ 1142571 w 6543725"/>
              <a:gd name="connsiteY31" fmla="*/ 2745547 h 3533140"/>
              <a:gd name="connsiteX32" fmla="*/ 958308 w 6543725"/>
              <a:gd name="connsiteY32" fmla="*/ 2574836 h 3533140"/>
              <a:gd name="connsiteX33" fmla="*/ 787597 w 6543725"/>
              <a:gd name="connsiteY33" fmla="*/ 2390573 h 3533140"/>
              <a:gd name="connsiteX34" fmla="*/ 631281 w 6543725"/>
              <a:gd name="connsiteY34" fmla="*/ 2193600 h 3533140"/>
              <a:gd name="connsiteX35" fmla="*/ 490201 w 6543725"/>
              <a:gd name="connsiteY35" fmla="*/ 1984758 h 3533140"/>
              <a:gd name="connsiteX36" fmla="*/ 365200 w 6543725"/>
              <a:gd name="connsiteY36" fmla="*/ 1764890 h 3533140"/>
              <a:gd name="connsiteX37" fmla="*/ 257120 w 6543725"/>
              <a:gd name="connsiteY37" fmla="*/ 1534837 h 3533140"/>
              <a:gd name="connsiteX38" fmla="*/ 166802 w 6543725"/>
              <a:gd name="connsiteY38" fmla="*/ 1295442 h 3533140"/>
              <a:gd name="connsiteX39" fmla="*/ 95089 w 6543725"/>
              <a:gd name="connsiteY39" fmla="*/ 1047546 h 3533140"/>
              <a:gd name="connsiteX40" fmla="*/ 42823 w 6543725"/>
              <a:gd name="connsiteY40" fmla="*/ 791992 h 3533140"/>
              <a:gd name="connsiteX41" fmla="*/ 10846 w 6543725"/>
              <a:gd name="connsiteY41" fmla="*/ 529622 h 3533140"/>
              <a:gd name="connsiteX42" fmla="*/ 0 w 6543725"/>
              <a:gd name="connsiteY42" fmla="*/ 261277 h 3533140"/>
              <a:gd name="connsiteX43" fmla="*/ 10560 w 6543725"/>
              <a:gd name="connsiteY43" fmla="*/ 0 h 3533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543725" h="3533140">
                <a:moveTo>
                  <a:pt x="10560" y="0"/>
                </a:moveTo>
                <a:lnTo>
                  <a:pt x="6533165" y="0"/>
                </a:lnTo>
                <a:lnTo>
                  <a:pt x="6543725" y="261277"/>
                </a:lnTo>
                <a:lnTo>
                  <a:pt x="6532879" y="529622"/>
                </a:lnTo>
                <a:lnTo>
                  <a:pt x="6500902" y="791992"/>
                </a:lnTo>
                <a:lnTo>
                  <a:pt x="6448637" y="1047546"/>
                </a:lnTo>
                <a:lnTo>
                  <a:pt x="6376924" y="1295442"/>
                </a:lnTo>
                <a:lnTo>
                  <a:pt x="6286607" y="1534837"/>
                </a:lnTo>
                <a:lnTo>
                  <a:pt x="6178527" y="1764890"/>
                </a:lnTo>
                <a:lnTo>
                  <a:pt x="6053527" y="1984758"/>
                </a:lnTo>
                <a:lnTo>
                  <a:pt x="5912448" y="2193600"/>
                </a:lnTo>
                <a:lnTo>
                  <a:pt x="5756132" y="2390573"/>
                </a:lnTo>
                <a:lnTo>
                  <a:pt x="5585421" y="2574836"/>
                </a:lnTo>
                <a:lnTo>
                  <a:pt x="5401159" y="2745547"/>
                </a:lnTo>
                <a:lnTo>
                  <a:pt x="5204185" y="2901862"/>
                </a:lnTo>
                <a:lnTo>
                  <a:pt x="4995343" y="3042941"/>
                </a:lnTo>
                <a:lnTo>
                  <a:pt x="4775475" y="3167942"/>
                </a:lnTo>
                <a:lnTo>
                  <a:pt x="4545422" y="3276022"/>
                </a:lnTo>
                <a:lnTo>
                  <a:pt x="4306027" y="3366339"/>
                </a:lnTo>
                <a:lnTo>
                  <a:pt x="4058131" y="3438051"/>
                </a:lnTo>
                <a:lnTo>
                  <a:pt x="3802577" y="3490317"/>
                </a:lnTo>
                <a:lnTo>
                  <a:pt x="3540207" y="3522294"/>
                </a:lnTo>
                <a:lnTo>
                  <a:pt x="3271862" y="3533140"/>
                </a:lnTo>
                <a:lnTo>
                  <a:pt x="3003520" y="3522294"/>
                </a:lnTo>
                <a:lnTo>
                  <a:pt x="2741151" y="3490317"/>
                </a:lnTo>
                <a:lnTo>
                  <a:pt x="2485598" y="3438051"/>
                </a:lnTo>
                <a:lnTo>
                  <a:pt x="2237703" y="3366339"/>
                </a:lnTo>
                <a:lnTo>
                  <a:pt x="1998308" y="3276022"/>
                </a:lnTo>
                <a:lnTo>
                  <a:pt x="1768256" y="3167942"/>
                </a:lnTo>
                <a:lnTo>
                  <a:pt x="1548387" y="3042941"/>
                </a:lnTo>
                <a:lnTo>
                  <a:pt x="1339545" y="2901862"/>
                </a:lnTo>
                <a:lnTo>
                  <a:pt x="1142571" y="2745547"/>
                </a:lnTo>
                <a:lnTo>
                  <a:pt x="958308" y="2574836"/>
                </a:lnTo>
                <a:lnTo>
                  <a:pt x="787597" y="2390573"/>
                </a:lnTo>
                <a:lnTo>
                  <a:pt x="631281" y="2193600"/>
                </a:lnTo>
                <a:lnTo>
                  <a:pt x="490201" y="1984758"/>
                </a:lnTo>
                <a:lnTo>
                  <a:pt x="365200" y="1764890"/>
                </a:lnTo>
                <a:lnTo>
                  <a:pt x="257120" y="1534837"/>
                </a:lnTo>
                <a:lnTo>
                  <a:pt x="166802" y="1295442"/>
                </a:lnTo>
                <a:lnTo>
                  <a:pt x="95089" y="1047546"/>
                </a:lnTo>
                <a:lnTo>
                  <a:pt x="42823" y="791992"/>
                </a:lnTo>
                <a:lnTo>
                  <a:pt x="10846" y="529622"/>
                </a:lnTo>
                <a:lnTo>
                  <a:pt x="0" y="261277"/>
                </a:lnTo>
                <a:lnTo>
                  <a:pt x="10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/>
          </a:p>
        </p:txBody>
      </p:sp>
      <p:sp>
        <p:nvSpPr>
          <p:cNvPr id="6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700215" y="2594272"/>
            <a:ext cx="2049145" cy="2048400"/>
          </a:xfrm>
          <a:custGeom>
            <a:avLst/>
            <a:gdLst/>
            <a:ahLst/>
            <a:cxnLst/>
            <a:rect l="l" t="t" r="r" b="b"/>
            <a:pathLst>
              <a:path w="2049145" h="2049145">
                <a:moveTo>
                  <a:pt x="1024432" y="0"/>
                </a:moveTo>
                <a:lnTo>
                  <a:pt x="940414" y="3395"/>
                </a:lnTo>
                <a:lnTo>
                  <a:pt x="858266" y="13407"/>
                </a:lnTo>
                <a:lnTo>
                  <a:pt x="778251" y="29772"/>
                </a:lnTo>
                <a:lnTo>
                  <a:pt x="700635" y="52225"/>
                </a:lnTo>
                <a:lnTo>
                  <a:pt x="625679" y="80504"/>
                </a:lnTo>
                <a:lnTo>
                  <a:pt x="553649" y="114344"/>
                </a:lnTo>
                <a:lnTo>
                  <a:pt x="484808" y="153482"/>
                </a:lnTo>
                <a:lnTo>
                  <a:pt x="419418" y="197654"/>
                </a:lnTo>
                <a:lnTo>
                  <a:pt x="357745" y="246597"/>
                </a:lnTo>
                <a:lnTo>
                  <a:pt x="300051" y="300047"/>
                </a:lnTo>
                <a:lnTo>
                  <a:pt x="246601" y="357740"/>
                </a:lnTo>
                <a:lnTo>
                  <a:pt x="197657" y="419413"/>
                </a:lnTo>
                <a:lnTo>
                  <a:pt x="153485" y="484802"/>
                </a:lnTo>
                <a:lnTo>
                  <a:pt x="114346" y="553644"/>
                </a:lnTo>
                <a:lnTo>
                  <a:pt x="80505" y="625674"/>
                </a:lnTo>
                <a:lnTo>
                  <a:pt x="52226" y="700630"/>
                </a:lnTo>
                <a:lnTo>
                  <a:pt x="29773" y="778247"/>
                </a:lnTo>
                <a:lnTo>
                  <a:pt x="13408" y="858262"/>
                </a:lnTo>
                <a:lnTo>
                  <a:pt x="3396" y="940412"/>
                </a:lnTo>
                <a:lnTo>
                  <a:pt x="0" y="1024432"/>
                </a:lnTo>
                <a:lnTo>
                  <a:pt x="3396" y="1108453"/>
                </a:lnTo>
                <a:lnTo>
                  <a:pt x="13408" y="1190602"/>
                </a:lnTo>
                <a:lnTo>
                  <a:pt x="29773" y="1270617"/>
                </a:lnTo>
                <a:lnTo>
                  <a:pt x="52226" y="1348235"/>
                </a:lnTo>
                <a:lnTo>
                  <a:pt x="80505" y="1423190"/>
                </a:lnTo>
                <a:lnTo>
                  <a:pt x="114346" y="1495221"/>
                </a:lnTo>
                <a:lnTo>
                  <a:pt x="153485" y="1564063"/>
                </a:lnTo>
                <a:lnTo>
                  <a:pt x="197657" y="1629452"/>
                </a:lnTo>
                <a:lnTo>
                  <a:pt x="246601" y="1691125"/>
                </a:lnTo>
                <a:lnTo>
                  <a:pt x="300051" y="1748818"/>
                </a:lnTo>
                <a:lnTo>
                  <a:pt x="357745" y="1802268"/>
                </a:lnTo>
                <a:lnTo>
                  <a:pt x="419418" y="1851211"/>
                </a:lnTo>
                <a:lnTo>
                  <a:pt x="484808" y="1895383"/>
                </a:lnTo>
                <a:lnTo>
                  <a:pt x="553649" y="1934521"/>
                </a:lnTo>
                <a:lnTo>
                  <a:pt x="625679" y="1968361"/>
                </a:lnTo>
                <a:lnTo>
                  <a:pt x="700635" y="1996639"/>
                </a:lnTo>
                <a:lnTo>
                  <a:pt x="778251" y="2019093"/>
                </a:lnTo>
                <a:lnTo>
                  <a:pt x="858266" y="2035457"/>
                </a:lnTo>
                <a:lnTo>
                  <a:pt x="940414" y="2045469"/>
                </a:lnTo>
                <a:lnTo>
                  <a:pt x="1024432" y="2048865"/>
                </a:lnTo>
                <a:lnTo>
                  <a:pt x="1108453" y="2045469"/>
                </a:lnTo>
                <a:lnTo>
                  <a:pt x="1190602" y="2035457"/>
                </a:lnTo>
                <a:lnTo>
                  <a:pt x="1270617" y="2019093"/>
                </a:lnTo>
                <a:lnTo>
                  <a:pt x="1348235" y="1996639"/>
                </a:lnTo>
                <a:lnTo>
                  <a:pt x="1423190" y="1968361"/>
                </a:lnTo>
                <a:lnTo>
                  <a:pt x="1495221" y="1934521"/>
                </a:lnTo>
                <a:lnTo>
                  <a:pt x="1564063" y="1895383"/>
                </a:lnTo>
                <a:lnTo>
                  <a:pt x="1629452" y="1851211"/>
                </a:lnTo>
                <a:lnTo>
                  <a:pt x="1691125" y="1802268"/>
                </a:lnTo>
                <a:lnTo>
                  <a:pt x="1748818" y="1748818"/>
                </a:lnTo>
                <a:lnTo>
                  <a:pt x="1802268" y="1691125"/>
                </a:lnTo>
                <a:lnTo>
                  <a:pt x="1851211" y="1629452"/>
                </a:lnTo>
                <a:lnTo>
                  <a:pt x="1895383" y="1564063"/>
                </a:lnTo>
                <a:lnTo>
                  <a:pt x="1934521" y="1495221"/>
                </a:lnTo>
                <a:lnTo>
                  <a:pt x="1968361" y="1423190"/>
                </a:lnTo>
                <a:lnTo>
                  <a:pt x="1996639" y="1348235"/>
                </a:lnTo>
                <a:lnTo>
                  <a:pt x="2019093" y="1270617"/>
                </a:lnTo>
                <a:lnTo>
                  <a:pt x="2035457" y="1190602"/>
                </a:lnTo>
                <a:lnTo>
                  <a:pt x="2045469" y="1108453"/>
                </a:lnTo>
                <a:lnTo>
                  <a:pt x="2048865" y="1024432"/>
                </a:lnTo>
                <a:lnTo>
                  <a:pt x="2045469" y="940412"/>
                </a:lnTo>
                <a:lnTo>
                  <a:pt x="2035457" y="858262"/>
                </a:lnTo>
                <a:lnTo>
                  <a:pt x="2019093" y="778247"/>
                </a:lnTo>
                <a:lnTo>
                  <a:pt x="1996639" y="700630"/>
                </a:lnTo>
                <a:lnTo>
                  <a:pt x="1968361" y="625674"/>
                </a:lnTo>
                <a:lnTo>
                  <a:pt x="1934521" y="553644"/>
                </a:lnTo>
                <a:lnTo>
                  <a:pt x="1895383" y="484802"/>
                </a:lnTo>
                <a:lnTo>
                  <a:pt x="1851211" y="419413"/>
                </a:lnTo>
                <a:lnTo>
                  <a:pt x="1802268" y="357740"/>
                </a:lnTo>
                <a:lnTo>
                  <a:pt x="1748818" y="300047"/>
                </a:lnTo>
                <a:lnTo>
                  <a:pt x="1691125" y="246597"/>
                </a:lnTo>
                <a:lnTo>
                  <a:pt x="1629452" y="197654"/>
                </a:lnTo>
                <a:lnTo>
                  <a:pt x="1564063" y="153482"/>
                </a:lnTo>
                <a:lnTo>
                  <a:pt x="1495221" y="114344"/>
                </a:lnTo>
                <a:lnTo>
                  <a:pt x="1423190" y="80504"/>
                </a:lnTo>
                <a:lnTo>
                  <a:pt x="1348235" y="52225"/>
                </a:lnTo>
                <a:lnTo>
                  <a:pt x="1270617" y="29772"/>
                </a:lnTo>
                <a:lnTo>
                  <a:pt x="1190602" y="13407"/>
                </a:lnTo>
                <a:lnTo>
                  <a:pt x="1108453" y="3395"/>
                </a:lnTo>
                <a:lnTo>
                  <a:pt x="102443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lang="de-DE" sz="1404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B21D629-C43C-4D84-9C1B-3D969EC17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6172" t="52913" r="38079" b="30629"/>
          <a:stretch/>
        </p:blipFill>
        <p:spPr>
          <a:xfrm>
            <a:off x="6038986" y="3139196"/>
            <a:ext cx="1234977" cy="973953"/>
          </a:xfrm>
          <a:prstGeom prst="rect">
            <a:avLst/>
          </a:prstGeom>
        </p:spPr>
      </p:pic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695600" y="646043"/>
            <a:ext cx="4834626" cy="1863405"/>
          </a:xfrm>
        </p:spPr>
        <p:txBody>
          <a:bodyPr anchor="b" anchorCtr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 baseline="0">
                <a:solidFill>
                  <a:schemeClr val="bg1"/>
                </a:solidFill>
              </a:defRPr>
            </a:lvl1pPr>
            <a:lvl2pPr>
              <a:defRPr sz="3400" b="1">
                <a:solidFill>
                  <a:schemeClr val="bg1"/>
                </a:solidFill>
              </a:defRPr>
            </a:lvl2pPr>
            <a:lvl3pPr>
              <a:defRPr sz="3400" b="1">
                <a:solidFill>
                  <a:schemeClr val="bg1"/>
                </a:solidFill>
              </a:defRPr>
            </a:lvl3pPr>
            <a:lvl4pPr>
              <a:defRPr sz="3400" b="1">
                <a:solidFill>
                  <a:schemeClr val="bg1"/>
                </a:solidFill>
              </a:defRPr>
            </a:lvl4pPr>
            <a:lvl5pPr>
              <a:defRPr sz="3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Zitat durch Klicken hinzufügen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695603" y="2721601"/>
            <a:ext cx="3805721" cy="41759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2111053-94BB-4520-8818-244881CED8F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356A58A5-F10E-48C5-87D0-D9A22AC3129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E9EA5DE-7734-447C-8083-D6EB59C0CB2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376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622D3E87-4D5E-42EE-BFAA-DEFADCE54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5900F60D-1768-48E3-A1B5-14BBCB67F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000" y="1008000"/>
            <a:ext cx="3960000" cy="3708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2200" y="1008000"/>
            <a:ext cx="3960000" cy="3708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260309C-2D7F-418A-A146-28F2BABE44D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BB61029-35B6-4EE6-ADFE-E3328CB1855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231D193C-8F82-48D1-B265-7606340C4D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624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5E59DF-9C98-443E-93E0-C25D5A93D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2FF756D6-45BE-4CA9-8D73-7DC21CF7EB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008000"/>
            <a:ext cx="3960000" cy="215233"/>
          </a:xfrm>
        </p:spPr>
        <p:txBody>
          <a:bodyPr anchor="b"/>
          <a:lstStyle>
            <a:lvl1pPr marL="0" indent="0">
              <a:buNone/>
              <a:defRPr sz="1400" b="0" cap="all" baseline="0">
                <a:solidFill>
                  <a:schemeClr val="accent1"/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000" y="1296000"/>
            <a:ext cx="3960000" cy="342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4"/>
          </p:nvPr>
        </p:nvSpPr>
        <p:spPr>
          <a:xfrm>
            <a:off x="4752200" y="1008000"/>
            <a:ext cx="3960000" cy="215233"/>
          </a:xfrm>
        </p:spPr>
        <p:txBody>
          <a:bodyPr anchor="b"/>
          <a:lstStyle>
            <a:lvl1pPr marL="0" indent="0">
              <a:buNone/>
              <a:defRPr sz="1400" b="0" cap="all" baseline="0">
                <a:solidFill>
                  <a:schemeClr val="accent1"/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half" idx="15"/>
          </p:nvPr>
        </p:nvSpPr>
        <p:spPr>
          <a:xfrm>
            <a:off x="4752200" y="1296000"/>
            <a:ext cx="3960000" cy="342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D4168E6-AD2D-4177-9421-221B77F2B1D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C83031A-232D-49F0-8998-AC39181552C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B12DD851-A21E-4670-8793-679D5E638F3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4605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er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3E3249F-FD38-4D4D-9020-0251E0AF5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5501507C-4075-4224-82B8-ACF0E9868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000" y="1008000"/>
            <a:ext cx="4176000" cy="3708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4"/>
          </p:nvPr>
        </p:nvSpPr>
        <p:spPr>
          <a:xfrm>
            <a:off x="4895688" y="1007999"/>
            <a:ext cx="3816512" cy="1790347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Bildplatzhalter 9"/>
          <p:cNvSpPr>
            <a:spLocks noGrp="1"/>
          </p:cNvSpPr>
          <p:nvPr>
            <p:ph type="pic" sz="quarter" idx="15"/>
          </p:nvPr>
        </p:nvSpPr>
        <p:spPr>
          <a:xfrm>
            <a:off x="4895688" y="2863788"/>
            <a:ext cx="3816512" cy="1846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355CF35-7A97-412A-98F0-73D3FEF56CB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1A1A8B3-8E5D-4F08-9A69-AFD1E9A34CF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398DE77-09AD-429C-9554-E9C71DB9094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41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Hoch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301769-7A5F-4726-A7DE-F0F6415EC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6BEED840-629E-4E70-924A-3F5FA272B6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000" y="1008000"/>
            <a:ext cx="4176860" cy="3708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4"/>
          </p:nvPr>
        </p:nvSpPr>
        <p:spPr>
          <a:xfrm>
            <a:off x="4895688" y="1008000"/>
            <a:ext cx="3816512" cy="370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CD63F8-5927-4D91-8B6B-646FFA27F07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9DE3010-71EA-4CB8-B407-B955800EA7F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B23A824-B340-46A5-81B6-8105795C222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3934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3CA99B5-A2F2-4F10-9CFB-140C563A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F23A02F9-9EFB-40DA-A6A9-B4AB8316E8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13" name="Bildplatzhalter 7"/>
          <p:cNvSpPr>
            <a:spLocks noGrp="1"/>
          </p:cNvSpPr>
          <p:nvPr>
            <p:ph type="pic" sz="quarter" idx="19"/>
          </p:nvPr>
        </p:nvSpPr>
        <p:spPr>
          <a:xfrm>
            <a:off x="0" y="951548"/>
            <a:ext cx="3240000" cy="20736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6"/>
          </p:nvPr>
        </p:nvSpPr>
        <p:spPr>
          <a:xfrm>
            <a:off x="3240003" y="951548"/>
            <a:ext cx="3239999" cy="20736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4" name="Bildplatzhalter 7"/>
          <p:cNvSpPr>
            <a:spLocks noGrp="1"/>
          </p:cNvSpPr>
          <p:nvPr>
            <p:ph type="pic" sz="quarter" idx="20"/>
          </p:nvPr>
        </p:nvSpPr>
        <p:spPr>
          <a:xfrm>
            <a:off x="0" y="3038621"/>
            <a:ext cx="3240000" cy="210487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Bildplatzhalter 7"/>
          <p:cNvSpPr>
            <a:spLocks noGrp="1"/>
          </p:cNvSpPr>
          <p:nvPr>
            <p:ph type="pic" sz="quarter" idx="17"/>
          </p:nvPr>
        </p:nvSpPr>
        <p:spPr>
          <a:xfrm>
            <a:off x="3240000" y="3038621"/>
            <a:ext cx="3240000" cy="210487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2" name="Bildplatzhalter 7"/>
          <p:cNvSpPr>
            <a:spLocks noGrp="1"/>
          </p:cNvSpPr>
          <p:nvPr>
            <p:ph type="pic" sz="quarter" idx="18"/>
          </p:nvPr>
        </p:nvSpPr>
        <p:spPr>
          <a:xfrm>
            <a:off x="6480000" y="951549"/>
            <a:ext cx="2664000" cy="419195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3236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it runden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3A8DCC85-4928-492C-BEE7-FC5B55B32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8" name="Bildplatzhalter 7"/>
          <p:cNvSpPr>
            <a:spLocks noGrp="1" noChangeAspect="1"/>
          </p:cNvSpPr>
          <p:nvPr>
            <p:ph type="pic" sz="quarter" idx="14"/>
          </p:nvPr>
        </p:nvSpPr>
        <p:spPr>
          <a:xfrm>
            <a:off x="482226" y="957295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/>
          </p:nvPr>
        </p:nvSpPr>
        <p:spPr>
          <a:xfrm>
            <a:off x="1818000" y="957295"/>
            <a:ext cx="6894200" cy="1080000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Bildplatzhalter 7"/>
          <p:cNvSpPr>
            <a:spLocks noGrp="1" noChangeAspect="1"/>
          </p:cNvSpPr>
          <p:nvPr>
            <p:ph type="pic" sz="quarter" idx="17"/>
          </p:nvPr>
        </p:nvSpPr>
        <p:spPr>
          <a:xfrm>
            <a:off x="482226" y="2284074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2" name="Textplatzhalter 10"/>
          <p:cNvSpPr>
            <a:spLocks noGrp="1"/>
          </p:cNvSpPr>
          <p:nvPr>
            <p:ph type="body" sz="quarter" idx="18"/>
          </p:nvPr>
        </p:nvSpPr>
        <p:spPr>
          <a:xfrm>
            <a:off x="1818000" y="2284074"/>
            <a:ext cx="6894200" cy="1080000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7"/>
          <p:cNvSpPr>
            <a:spLocks noGrp="1" noChangeAspect="1"/>
          </p:cNvSpPr>
          <p:nvPr>
            <p:ph type="pic" sz="quarter" idx="19"/>
          </p:nvPr>
        </p:nvSpPr>
        <p:spPr>
          <a:xfrm>
            <a:off x="482226" y="3610853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platzhalter 10"/>
          <p:cNvSpPr>
            <a:spLocks noGrp="1"/>
          </p:cNvSpPr>
          <p:nvPr>
            <p:ph type="body" sz="quarter" idx="20"/>
          </p:nvPr>
        </p:nvSpPr>
        <p:spPr>
          <a:xfrm>
            <a:off x="1818000" y="3610853"/>
            <a:ext cx="6894200" cy="1080000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CEBAF7D-CE76-4D8D-8993-6C3B05E1B224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613F5D6-81A1-4F5A-A32F-157469C36045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41DACB2-70C9-4B3F-BC16-24A715682D29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4424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it eckigen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792EEEF-D15B-42F6-B267-A355CF4E4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4"/>
          </p:nvPr>
        </p:nvSpPr>
        <p:spPr>
          <a:xfrm>
            <a:off x="476250" y="958620"/>
            <a:ext cx="1440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/>
          </p:nvPr>
        </p:nvSpPr>
        <p:spPr>
          <a:xfrm>
            <a:off x="2144110" y="958621"/>
            <a:ext cx="6568090" cy="1080000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Bildplatzhalter 7"/>
          <p:cNvSpPr>
            <a:spLocks noGrp="1"/>
          </p:cNvSpPr>
          <p:nvPr>
            <p:ph type="pic" sz="quarter" idx="21"/>
          </p:nvPr>
        </p:nvSpPr>
        <p:spPr>
          <a:xfrm>
            <a:off x="476250" y="2294605"/>
            <a:ext cx="1440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4" name="Textplatzhalter 10"/>
          <p:cNvSpPr>
            <a:spLocks noGrp="1"/>
          </p:cNvSpPr>
          <p:nvPr>
            <p:ph type="body" sz="quarter" idx="22"/>
          </p:nvPr>
        </p:nvSpPr>
        <p:spPr>
          <a:xfrm>
            <a:off x="2144110" y="2294605"/>
            <a:ext cx="6568090" cy="1080000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Bildplatzhalter 7"/>
          <p:cNvSpPr>
            <a:spLocks noGrp="1"/>
          </p:cNvSpPr>
          <p:nvPr>
            <p:ph type="pic" sz="quarter" idx="23"/>
          </p:nvPr>
        </p:nvSpPr>
        <p:spPr>
          <a:xfrm>
            <a:off x="476250" y="3630591"/>
            <a:ext cx="1440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6" name="Textplatzhalter 10"/>
          <p:cNvSpPr>
            <a:spLocks noGrp="1"/>
          </p:cNvSpPr>
          <p:nvPr>
            <p:ph type="body" sz="quarter" idx="24"/>
          </p:nvPr>
        </p:nvSpPr>
        <p:spPr>
          <a:xfrm>
            <a:off x="2144110" y="3630591"/>
            <a:ext cx="6568090" cy="1080000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01EC37F-A8BB-4A1A-AF40-5FBCF519EF8B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F94CA9C-D325-4BEF-B27B-64C044628286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C62D970-1063-43EF-84CE-68F36C30A9C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9553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369BABE-C34D-4B71-ABE7-625BE220F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4F73F404-72E1-4BC9-B71C-D15CC67905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9" name="Rechteck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5247" y="2084206"/>
            <a:ext cx="2814039" cy="2626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8" name="Bildplatzhalte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162266" y="1287711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2893320"/>
            <a:ext cx="2340290" cy="2268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720000" y="3240001"/>
            <a:ext cx="2340290" cy="113080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21" name="Rechteck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96479" y="2084206"/>
            <a:ext cx="2814039" cy="2626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22" name="Bildplatzhalte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4583498" y="1287711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3" name="Textplatzhalt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4134251" y="2893320"/>
            <a:ext cx="2340290" cy="2268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24" name="Textplatzhalt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4134251" y="3240001"/>
            <a:ext cx="2340290" cy="113080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D376E0E-96AE-483B-8AD1-8D2E4FCA0F1F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BFC32041-0898-41D4-BAA5-715665FC203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2FC63CB-3094-42A3-8EFF-486B7A84F1A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3625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38B00749-49F7-4FC9-AE55-9A89B4673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25" name="Textplatzhalter 7">
            <a:extLst>
              <a:ext uri="{FF2B5EF4-FFF2-40B4-BE49-F238E27FC236}">
                <a16:creationId xmlns:a16="http://schemas.microsoft.com/office/drawing/2014/main" id="{234A045F-25D1-4F69-800A-3EC98AD248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9" name="Rechteck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5246" y="2084206"/>
            <a:ext cx="2520000" cy="2626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0CCFCC13-9E94-4A8E-927E-B90EB9693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015246" y="1287711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2893320"/>
            <a:ext cx="2160000" cy="2268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720000" y="3240001"/>
            <a:ext cx="2160000" cy="113080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13" name="Rechteck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35345" y="2084206"/>
            <a:ext cx="2520000" cy="2626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22" name="Bildplatzhalter 7">
            <a:extLst>
              <a:ext uri="{FF2B5EF4-FFF2-40B4-BE49-F238E27FC236}">
                <a16:creationId xmlns:a16="http://schemas.microsoft.com/office/drawing/2014/main" id="{34D29721-8BC0-4D90-A4F3-75A72451E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3875345" y="1287711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5" name="Textplatzhalt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3576609" y="2893320"/>
            <a:ext cx="2160000" cy="2268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16" name="Textplatzhalt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3576609" y="3240001"/>
            <a:ext cx="2160000" cy="113080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17" name="Rechteck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95444" y="2084205"/>
            <a:ext cx="2520000" cy="26263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23" name="Bildplatzhalter 7">
            <a:extLst>
              <a:ext uri="{FF2B5EF4-FFF2-40B4-BE49-F238E27FC236}">
                <a16:creationId xmlns:a16="http://schemas.microsoft.com/office/drawing/2014/main" id="{01CD30C1-0EF4-4BAD-97BF-FFFDBEF2C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6735444" y="1287711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9" name="Textplatzhalt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6433218" y="2893320"/>
            <a:ext cx="2160000" cy="2268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20" name="Textplatzhalt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6433218" y="3240001"/>
            <a:ext cx="2160000" cy="113080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B941B27-8347-4D51-8CA7-F40A0B519588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80B0F2BC-7A7C-4AA4-BD57-6AC1798048EF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2CD9A34-1172-4306-8364-4010613968B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8097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300D522C-4936-4859-8D4D-0C55FD55D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29" name="Textplatzhalter 7">
            <a:extLst>
              <a:ext uri="{FF2B5EF4-FFF2-40B4-BE49-F238E27FC236}">
                <a16:creationId xmlns:a16="http://schemas.microsoft.com/office/drawing/2014/main" id="{51AA1992-9A0E-4E06-BCFA-97D889E620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9" name="Rechteck 8"/>
          <p:cNvSpPr/>
          <p:nvPr userDrawn="1"/>
        </p:nvSpPr>
        <p:spPr>
          <a:xfrm>
            <a:off x="466728" y="2084206"/>
            <a:ext cx="2031501" cy="26259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23" name="Bildplatzhalter 7">
            <a:extLst>
              <a:ext uri="{FF2B5EF4-FFF2-40B4-BE49-F238E27FC236}">
                <a16:creationId xmlns:a16="http://schemas.microsoft.com/office/drawing/2014/main" id="{8148DC21-4CB2-4171-8B0E-7865619CB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832678" y="1287711"/>
            <a:ext cx="1299600" cy="12996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669981" y="2753398"/>
            <a:ext cx="1624994" cy="366998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669981" y="3288873"/>
            <a:ext cx="1624994" cy="129306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24" name="Rechteck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56630" y="2084206"/>
            <a:ext cx="2016000" cy="26259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37" name="Bildplatzhalter 7">
            <a:extLst>
              <a:ext uri="{FF2B5EF4-FFF2-40B4-BE49-F238E27FC236}">
                <a16:creationId xmlns:a16="http://schemas.microsoft.com/office/drawing/2014/main" id="{515DA547-D380-4DDE-8F77-C8902B702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2914830" y="1287711"/>
            <a:ext cx="1299600" cy="12996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6" name="Textplatzhalt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2752133" y="2753398"/>
            <a:ext cx="1624994" cy="366998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27" name="Textplatzhalt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2752133" y="3288873"/>
            <a:ext cx="1624994" cy="129306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28" name="Rechteck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1031" y="2084206"/>
            <a:ext cx="2016000" cy="26259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38" name="Bildplatzhalter 7">
            <a:extLst>
              <a:ext uri="{FF2B5EF4-FFF2-40B4-BE49-F238E27FC236}">
                <a16:creationId xmlns:a16="http://schemas.microsoft.com/office/drawing/2014/main" id="{27A38D11-8E8E-44F4-9460-58E87F53E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4989231" y="1287711"/>
            <a:ext cx="1299600" cy="12996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30" name="Textplatzhalt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4826534" y="2753398"/>
            <a:ext cx="1624994" cy="366998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31" name="Textplatzhalt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4826534" y="3288873"/>
            <a:ext cx="1624994" cy="129306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32" name="Rechteck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05432" y="2084206"/>
            <a:ext cx="2016000" cy="26259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39" name="Bildplatzhalter 7">
            <a:extLst>
              <a:ext uri="{FF2B5EF4-FFF2-40B4-BE49-F238E27FC236}">
                <a16:creationId xmlns:a16="http://schemas.microsoft.com/office/drawing/2014/main" id="{F9D0B43C-E1CE-4C97-B82A-2D4CC82B3C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7063632" y="1287711"/>
            <a:ext cx="1299600" cy="12996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34" name="Textplatzhalter 10"/>
          <p:cNvSpPr>
            <a:spLocks noGrp="1"/>
          </p:cNvSpPr>
          <p:nvPr>
            <p:ph type="body" sz="quarter" idx="24" hasCustomPrompt="1"/>
          </p:nvPr>
        </p:nvSpPr>
        <p:spPr>
          <a:xfrm>
            <a:off x="6900935" y="2753398"/>
            <a:ext cx="1624994" cy="366998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35" name="Textplatzhalter 10"/>
          <p:cNvSpPr>
            <a:spLocks noGrp="1"/>
          </p:cNvSpPr>
          <p:nvPr>
            <p:ph type="body" sz="quarter" idx="25" hasCustomPrompt="1"/>
          </p:nvPr>
        </p:nvSpPr>
        <p:spPr>
          <a:xfrm>
            <a:off x="6900935" y="3288873"/>
            <a:ext cx="1624994" cy="129306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838156-E11B-4292-BDB6-C26E9EE01241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FF0250F-878D-4379-BE5D-CA0E73941DF1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D4AC70AF-A5C4-46C6-91B9-9FB5CAAC3B80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9720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CA6FC187-6C25-4F69-9AFE-1DD171950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6B0B00BC-A6AE-499E-84DC-2DAD144AC3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99029B5-05D1-4961-BCC5-1746892669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760517C-2E78-4920-B7ED-13343C2B62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6E39CB3-B1E3-489C-B2E8-CB7DE190B9D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5125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35EDBA2-B342-4EC4-92B5-C4B6A109D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B21D655-39F2-4073-BF0C-A488A5A29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951691D-4732-4440-9C11-52EAB9BD5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2492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afik 26">
            <a:extLst>
              <a:ext uri="{FF2B5EF4-FFF2-40B4-BE49-F238E27FC236}">
                <a16:creationId xmlns:a16="http://schemas.microsoft.com/office/drawing/2014/main" id="{F09DF479-FD16-43D7-9DDB-3550E32CD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268958"/>
            <a:ext cx="2056867" cy="431998"/>
          </a:xfrm>
          <a:prstGeom prst="rect">
            <a:avLst/>
          </a:prstGeom>
        </p:spPr>
      </p:pic>
      <p:sp>
        <p:nvSpPr>
          <p:cNvPr id="16" name="Textfeld 15"/>
          <p:cNvSpPr txBox="1"/>
          <p:nvPr userDrawn="1"/>
        </p:nvSpPr>
        <p:spPr>
          <a:xfrm>
            <a:off x="396000" y="1360800"/>
            <a:ext cx="2160000" cy="291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2" algn="l"/>
              </a:tabLst>
            </a:pPr>
            <a:r>
              <a:rPr lang="de-DE" sz="2000" b="1" dirty="0">
                <a:solidFill>
                  <a:schemeClr val="tx1"/>
                </a:solidFill>
              </a:rPr>
              <a:t>Vielen Dank!</a:t>
            </a:r>
          </a:p>
        </p:txBody>
      </p:sp>
      <p:sp>
        <p:nvSpPr>
          <p:cNvPr id="6" name="Bildplatzhalte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0400" y="1911600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9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2174400" y="2093040"/>
            <a:ext cx="3290054" cy="1944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15" name="E-Mail">
            <a:extLst>
              <a:ext uri="{FF2B5EF4-FFF2-40B4-BE49-F238E27FC236}">
                <a16:creationId xmlns:a16="http://schemas.microsoft.com/office/drawing/2014/main" id="{DC4F1E80-61B9-418C-9ECA-ED380D27300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74399" y="2571750"/>
            <a:ext cx="542646" cy="216482"/>
          </a:xfrm>
        </p:spPr>
        <p:txBody>
          <a:bodyPr/>
          <a:lstStyle>
            <a:lvl1pPr>
              <a:buFontTx/>
              <a:buNone/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de-D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defTabSz="571454" rtl="0" eaLnBrk="1" latinLnBrk="0" hangingPunct="1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de-DE" dirty="0"/>
              <a:t>E-Mail</a:t>
            </a:r>
          </a:p>
        </p:txBody>
      </p:sp>
      <p:sp>
        <p:nvSpPr>
          <p:cNvPr id="17" name="Email Adresse">
            <a:extLst>
              <a:ext uri="{FF2B5EF4-FFF2-40B4-BE49-F238E27FC236}">
                <a16:creationId xmlns:a16="http://schemas.microsoft.com/office/drawing/2014/main" id="{95AC1FC6-55C7-466E-9AFF-267F057E9FF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17045" y="2571750"/>
            <a:ext cx="2747409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Adresse eingeben</a:t>
            </a:r>
          </a:p>
        </p:txBody>
      </p:sp>
      <p:sp>
        <p:nvSpPr>
          <p:cNvPr id="26" name="Telefonnummer">
            <a:extLst>
              <a:ext uri="{FF2B5EF4-FFF2-40B4-BE49-F238E27FC236}">
                <a16:creationId xmlns:a16="http://schemas.microsoft.com/office/drawing/2014/main" id="{35F35B31-489C-4A4C-9242-41556B686F6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74399" y="2803118"/>
            <a:ext cx="1745931" cy="245786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Telefon +49 (0) 711 685-</a:t>
            </a:r>
          </a:p>
        </p:txBody>
      </p:sp>
      <p:sp>
        <p:nvSpPr>
          <p:cNvPr id="28" name="Durchwahl">
            <a:extLst>
              <a:ext uri="{FF2B5EF4-FFF2-40B4-BE49-F238E27FC236}">
                <a16:creationId xmlns:a16="http://schemas.microsoft.com/office/drawing/2014/main" id="{FC59E7C3-20E6-4BDA-854B-20C312E21A3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49580" y="2803118"/>
            <a:ext cx="649267" cy="245786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###-##</a:t>
            </a:r>
          </a:p>
        </p:txBody>
      </p:sp>
      <p:sp>
        <p:nvSpPr>
          <p:cNvPr id="29" name="www">
            <a:extLst>
              <a:ext uri="{FF2B5EF4-FFF2-40B4-BE49-F238E27FC236}">
                <a16:creationId xmlns:a16="http://schemas.microsoft.com/office/drawing/2014/main" id="{B0B68C46-CEAC-4187-96CC-0D9A9CD69DC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174400" y="3063790"/>
            <a:ext cx="364806" cy="238329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www.</a:t>
            </a:r>
          </a:p>
        </p:txBody>
      </p:sp>
      <p:sp>
        <p:nvSpPr>
          <p:cNvPr id="30" name="Webadresse">
            <a:extLst>
              <a:ext uri="{FF2B5EF4-FFF2-40B4-BE49-F238E27FC236}">
                <a16:creationId xmlns:a16="http://schemas.microsoft.com/office/drawing/2014/main" id="{05917742-F1BD-4B0E-BCFB-E6D3D9B21F9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39207" y="3063790"/>
            <a:ext cx="1838323" cy="238329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Adresse eingeben</a:t>
            </a:r>
          </a:p>
        </p:txBody>
      </p:sp>
      <p:sp>
        <p:nvSpPr>
          <p:cNvPr id="31" name="Universität Stuttgart">
            <a:extLst>
              <a:ext uri="{FF2B5EF4-FFF2-40B4-BE49-F238E27FC236}">
                <a16:creationId xmlns:a16="http://schemas.microsoft.com/office/drawing/2014/main" id="{B5A32B63-1FA1-4055-B9C4-809D96650EC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74399" y="3508234"/>
            <a:ext cx="2500012" cy="218691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571454" rtl="0" eaLnBrk="1" latinLnBrk="0" hangingPunct="1">
              <a:lnSpc>
                <a:spcPct val="120000"/>
              </a:lnSpc>
              <a:spcBef>
                <a:spcPts val="625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tabLst>
                <a:tab pos="541338" algn="l"/>
              </a:tabLst>
            </a:pPr>
            <a:r>
              <a:rPr lang="de-DE" dirty="0"/>
              <a:t>Universität Stuttgart</a:t>
            </a:r>
          </a:p>
        </p:txBody>
      </p:sp>
      <p:sp>
        <p:nvSpPr>
          <p:cNvPr id="32" name="Abteilung Institut">
            <a:extLst>
              <a:ext uri="{FF2B5EF4-FFF2-40B4-BE49-F238E27FC236}">
                <a16:creationId xmlns:a16="http://schemas.microsoft.com/office/drawing/2014/main" id="{14A894A8-E098-40A1-9550-2E01B492A3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174399" y="3747179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Abteilung oder Institutsname</a:t>
            </a:r>
          </a:p>
        </p:txBody>
      </p:sp>
      <p:sp>
        <p:nvSpPr>
          <p:cNvPr id="33" name="Adressfeld">
            <a:extLst>
              <a:ext uri="{FF2B5EF4-FFF2-40B4-BE49-F238E27FC236}">
                <a16:creationId xmlns:a16="http://schemas.microsoft.com/office/drawing/2014/main" id="{A3D97D55-DBDD-4483-BA26-B2A119D4242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74399" y="3983433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Adresse</a:t>
            </a:r>
          </a:p>
        </p:txBody>
      </p:sp>
    </p:spTree>
    <p:extLst>
      <p:ext uri="{BB962C8B-B14F-4D97-AF65-F5344CB8AC3E}">
        <p14:creationId xmlns:p14="http://schemas.microsoft.com/office/powerpoint/2010/main" val="9998344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bla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3" y="262280"/>
            <a:ext cx="2056867" cy="431998"/>
          </a:xfrm>
          <a:prstGeom prst="rect">
            <a:avLst/>
          </a:prstGeom>
        </p:spPr>
      </p:pic>
      <p:sp>
        <p:nvSpPr>
          <p:cNvPr id="16" name="Textfeld 15"/>
          <p:cNvSpPr txBox="1"/>
          <p:nvPr userDrawn="1"/>
        </p:nvSpPr>
        <p:spPr>
          <a:xfrm>
            <a:off x="396000" y="1360800"/>
            <a:ext cx="2160000" cy="291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2" algn="l"/>
              </a:tabLst>
            </a:pPr>
            <a:r>
              <a:rPr lang="de-DE" sz="2000" b="1" dirty="0">
                <a:solidFill>
                  <a:schemeClr val="bg1"/>
                </a:solidFill>
              </a:rPr>
              <a:t>Vielen Dank!</a:t>
            </a:r>
          </a:p>
        </p:txBody>
      </p:sp>
      <p:sp>
        <p:nvSpPr>
          <p:cNvPr id="27" name="Bildplatzhalter 7">
            <a:extLst>
              <a:ext uri="{FF2B5EF4-FFF2-40B4-BE49-F238E27FC236}">
                <a16:creationId xmlns:a16="http://schemas.microsoft.com/office/drawing/2014/main" id="{E8FAD59D-97FD-4838-AA91-B266FA5DD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0400" y="1911600"/>
            <a:ext cx="1440000" cy="1440000"/>
          </a:xfrm>
          <a:prstGeom prst="ellipse">
            <a:avLst/>
          </a:prstGeom>
          <a:solidFill>
            <a:schemeClr val="bg1"/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0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2174400" y="2093040"/>
            <a:ext cx="3290054" cy="1944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21" name="E-Mail">
            <a:extLst>
              <a:ext uri="{FF2B5EF4-FFF2-40B4-BE49-F238E27FC236}">
                <a16:creationId xmlns:a16="http://schemas.microsoft.com/office/drawing/2014/main" id="{0A175C90-97AB-4E6B-9195-5265E38E70A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74399" y="2571750"/>
            <a:ext cx="542646" cy="216482"/>
          </a:xfrm>
        </p:spPr>
        <p:txBody>
          <a:bodyPr/>
          <a:lstStyle>
            <a:lvl1pPr>
              <a:buFontTx/>
              <a:buNone/>
              <a:defRPr lang="de-DE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de-D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defTabSz="571454" rtl="0" eaLnBrk="1" latinLnBrk="0" hangingPunct="1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de-DE" dirty="0"/>
              <a:t>E-Mail</a:t>
            </a:r>
          </a:p>
        </p:txBody>
      </p:sp>
      <p:sp>
        <p:nvSpPr>
          <p:cNvPr id="28" name="Email Adresse">
            <a:extLst>
              <a:ext uri="{FF2B5EF4-FFF2-40B4-BE49-F238E27FC236}">
                <a16:creationId xmlns:a16="http://schemas.microsoft.com/office/drawing/2014/main" id="{CBF3E8CA-9070-46CF-A0FE-B059145C617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17045" y="2571750"/>
            <a:ext cx="2747409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Adresse eingeben</a:t>
            </a:r>
          </a:p>
        </p:txBody>
      </p:sp>
      <p:sp>
        <p:nvSpPr>
          <p:cNvPr id="29" name="Telefonnummer">
            <a:extLst>
              <a:ext uri="{FF2B5EF4-FFF2-40B4-BE49-F238E27FC236}">
                <a16:creationId xmlns:a16="http://schemas.microsoft.com/office/drawing/2014/main" id="{48D8C155-1EF7-4367-9EF6-AD9D13A19D5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74399" y="2803118"/>
            <a:ext cx="1745931" cy="245786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Telefon +49 (0) 711 685-</a:t>
            </a:r>
          </a:p>
        </p:txBody>
      </p:sp>
      <p:sp>
        <p:nvSpPr>
          <p:cNvPr id="30" name="Durchwahl">
            <a:extLst>
              <a:ext uri="{FF2B5EF4-FFF2-40B4-BE49-F238E27FC236}">
                <a16:creationId xmlns:a16="http://schemas.microsoft.com/office/drawing/2014/main" id="{D0C8A932-2F90-4F02-B2E1-E0B25F5E077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49580" y="2803118"/>
            <a:ext cx="649267" cy="245786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###-##</a:t>
            </a:r>
          </a:p>
        </p:txBody>
      </p:sp>
      <p:sp>
        <p:nvSpPr>
          <p:cNvPr id="31" name="www">
            <a:extLst>
              <a:ext uri="{FF2B5EF4-FFF2-40B4-BE49-F238E27FC236}">
                <a16:creationId xmlns:a16="http://schemas.microsoft.com/office/drawing/2014/main" id="{D8D30255-F110-483C-8206-AC63E76144E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174400" y="3063790"/>
            <a:ext cx="364806" cy="238329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www.</a:t>
            </a:r>
          </a:p>
        </p:txBody>
      </p:sp>
      <p:sp>
        <p:nvSpPr>
          <p:cNvPr id="32" name="Webadresse">
            <a:extLst>
              <a:ext uri="{FF2B5EF4-FFF2-40B4-BE49-F238E27FC236}">
                <a16:creationId xmlns:a16="http://schemas.microsoft.com/office/drawing/2014/main" id="{3344352E-D802-4E62-BA04-25FB2832847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39207" y="3063790"/>
            <a:ext cx="1838323" cy="238329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Adresse eingeben</a:t>
            </a:r>
          </a:p>
        </p:txBody>
      </p:sp>
      <p:sp>
        <p:nvSpPr>
          <p:cNvPr id="33" name="Universität Stuttgart">
            <a:extLst>
              <a:ext uri="{FF2B5EF4-FFF2-40B4-BE49-F238E27FC236}">
                <a16:creationId xmlns:a16="http://schemas.microsoft.com/office/drawing/2014/main" id="{233A8657-F7A9-4688-9CBC-D5A6FB52FCD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74399" y="3508234"/>
            <a:ext cx="2500012" cy="218691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571454" rtl="0" eaLnBrk="1" latinLnBrk="0" hangingPunct="1">
              <a:lnSpc>
                <a:spcPct val="120000"/>
              </a:lnSpc>
              <a:spcBef>
                <a:spcPts val="625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tabLst>
                <a:tab pos="541338" algn="l"/>
              </a:tabLst>
            </a:pPr>
            <a:r>
              <a:rPr lang="de-DE" dirty="0"/>
              <a:t>Universität Stuttgart</a:t>
            </a:r>
          </a:p>
        </p:txBody>
      </p:sp>
      <p:sp>
        <p:nvSpPr>
          <p:cNvPr id="34" name="Abteilung Institut">
            <a:extLst>
              <a:ext uri="{FF2B5EF4-FFF2-40B4-BE49-F238E27FC236}">
                <a16:creationId xmlns:a16="http://schemas.microsoft.com/office/drawing/2014/main" id="{A71D6467-11F2-4464-93B4-80309BE0DEA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174399" y="3747179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Abteilung oder Institutsname</a:t>
            </a:r>
          </a:p>
        </p:txBody>
      </p:sp>
      <p:sp>
        <p:nvSpPr>
          <p:cNvPr id="35" name="Adressfeld">
            <a:extLst>
              <a:ext uri="{FF2B5EF4-FFF2-40B4-BE49-F238E27FC236}">
                <a16:creationId xmlns:a16="http://schemas.microsoft.com/office/drawing/2014/main" id="{9A019F90-F99F-4F97-BC27-2ADAE0C798F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74399" y="3983433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Adresse</a:t>
            </a:r>
          </a:p>
        </p:txBody>
      </p:sp>
    </p:spTree>
    <p:extLst>
      <p:ext uri="{BB962C8B-B14F-4D97-AF65-F5344CB8AC3E}">
        <p14:creationId xmlns:p14="http://schemas.microsoft.com/office/powerpoint/2010/main" val="1387738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platzhalter 6"/>
          <p:cNvSpPr>
            <a:spLocks noGrp="1"/>
          </p:cNvSpPr>
          <p:nvPr>
            <p:ph type="title"/>
          </p:nvPr>
        </p:nvSpPr>
        <p:spPr>
          <a:xfrm>
            <a:off x="466727" y="324000"/>
            <a:ext cx="8245475" cy="25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16" y="1008000"/>
            <a:ext cx="8243887" cy="37063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725" y="4876200"/>
            <a:ext cx="6063501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Name</a:t>
            </a:r>
          </a:p>
        </p:txBody>
      </p:sp>
      <p:sp>
        <p:nvSpPr>
          <p:cNvPr id="4" name="Date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54400" y="4876200"/>
            <a:ext cx="532800" cy="123111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>
              <a:defRPr lang="en-US" sz="800" smtClean="0"/>
            </a:lvl1pPr>
          </a:lstStyle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89000" y="4876200"/>
            <a:ext cx="223200" cy="123111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630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1" r:id="rId2"/>
    <p:sldLayoutId id="2147483702" r:id="rId3"/>
    <p:sldLayoutId id="2147483698" r:id="rId4"/>
    <p:sldLayoutId id="2147483688" r:id="rId5"/>
    <p:sldLayoutId id="2147483662" r:id="rId6"/>
    <p:sldLayoutId id="2147483692" r:id="rId7"/>
    <p:sldLayoutId id="2147483663" r:id="rId8"/>
    <p:sldLayoutId id="2147483676" r:id="rId9"/>
    <p:sldLayoutId id="2147483680" r:id="rId10"/>
    <p:sldLayoutId id="2147483664" r:id="rId11"/>
    <p:sldLayoutId id="2147483665" r:id="rId12"/>
    <p:sldLayoutId id="2147483677" r:id="rId13"/>
    <p:sldLayoutId id="2147483678" r:id="rId14"/>
    <p:sldLayoutId id="2147483679" r:id="rId15"/>
    <p:sldLayoutId id="2147483684" r:id="rId16"/>
    <p:sldLayoutId id="2147483685" r:id="rId17"/>
    <p:sldLayoutId id="2147483682" r:id="rId18"/>
    <p:sldLayoutId id="2147483681" r:id="rId19"/>
    <p:sldLayoutId id="2147483683" r:id="rId20"/>
    <p:sldLayoutId id="2147483666" r:id="rId21"/>
    <p:sldLayoutId id="2147483667" r:id="rId22"/>
    <p:sldLayoutId id="2147483689" r:id="rId23"/>
    <p:sldLayoutId id="2147483690" r:id="rId24"/>
  </p:sldLayoutIdLst>
  <p:hf hdr="0"/>
  <p:txStyles>
    <p:titleStyle>
      <a:lvl1pPr algn="l" defTabSz="685793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8" indent="-171448" algn="l" defTabSz="685793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0360" indent="-184148" algn="l" defTabSz="685793" rtl="0" eaLnBrk="1" latinLnBrk="0" hangingPunct="1">
        <a:lnSpc>
          <a:spcPct val="120000"/>
        </a:lnSpc>
        <a:spcBef>
          <a:spcPts val="376"/>
        </a:spcBef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0" indent="-176212" algn="l" defTabSz="685793" rtl="0" eaLnBrk="1" latinLnBrk="0" hangingPunct="1">
        <a:lnSpc>
          <a:spcPct val="120000"/>
        </a:lnSpc>
        <a:spcBef>
          <a:spcPts val="376"/>
        </a:spcBef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20718" indent="-184148" algn="l" defTabSz="685793" rtl="0" eaLnBrk="1" latinLnBrk="0" hangingPunct="1">
        <a:lnSpc>
          <a:spcPct val="120000"/>
        </a:lnSpc>
        <a:spcBef>
          <a:spcPts val="376"/>
        </a:spcBef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6929" indent="-176212" algn="l" defTabSz="685793" rtl="0" eaLnBrk="1" latinLnBrk="0" hangingPunct="1">
        <a:lnSpc>
          <a:spcPct val="120000"/>
        </a:lnSpc>
        <a:spcBef>
          <a:spcPts val="376"/>
        </a:spcBef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31" indent="-171448" algn="l" defTabSz="685793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28" indent="-171448" algn="l" defTabSz="685793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24" indent="-171448" algn="l" defTabSz="685793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21" indent="-171448" algn="l" defTabSz="685793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7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93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90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86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83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9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76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73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99" userDrawn="1">
          <p15:clr>
            <a:srgbClr val="F26B43"/>
          </p15:clr>
        </p15:guide>
        <p15:guide id="2" pos="295" userDrawn="1">
          <p15:clr>
            <a:srgbClr val="F26B43"/>
          </p15:clr>
        </p15:guide>
        <p15:guide id="3" orient="horz" pos="2967" userDrawn="1">
          <p15:clr>
            <a:srgbClr val="F26B43"/>
          </p15:clr>
        </p15:guide>
        <p15:guide id="4" pos="54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1EBFBC9A-0647-4EC0-8859-AC070C69467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32C4696-400B-4CCF-B9AC-CB1D28F8C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 Data Science</a:t>
            </a:r>
          </a:p>
        </p:txBody>
      </p:sp>
      <p:sp>
        <p:nvSpPr>
          <p:cNvPr id="7" name="Untertitel 6">
            <a:extLst>
              <a:ext uri="{FF2B5EF4-FFF2-40B4-BE49-F238E27FC236}">
                <a16:creationId xmlns:a16="http://schemas.microsoft.com/office/drawing/2014/main" id="{4E3F4A5A-6755-45A5-BC2A-6ED3795D6E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Meilenstein 1: Datenexploration </a:t>
            </a:r>
          </a:p>
          <a:p>
            <a:r>
              <a:rPr lang="de-DE" dirty="0"/>
              <a:t>(Open </a:t>
            </a:r>
            <a:r>
              <a:rPr lang="de-DE" dirty="0" err="1"/>
              <a:t>food</a:t>
            </a:r>
            <a:r>
              <a:rPr lang="de-DE" dirty="0"/>
              <a:t> </a:t>
            </a:r>
            <a:r>
              <a:rPr lang="de-DE" dirty="0" err="1"/>
              <a:t>facts</a:t>
            </a:r>
            <a:r>
              <a:rPr lang="de-DE" dirty="0"/>
              <a:t>)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AEDB8CB-B483-4105-96EC-D41D547D18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25287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6FFBF558-918D-4DAD-A8D6-9EA2EAB53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Heutige Ziele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77E9E90A-701F-4EC2-BBF6-7D9C439464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Fokus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98CF5166-1029-4CEC-899C-666E6910D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Kennenlernen des Datensatzes</a:t>
            </a:r>
          </a:p>
          <a:p>
            <a:r>
              <a:rPr lang="de-DE" dirty="0"/>
              <a:t>Transparenz über Datenumfang und Vorgehensweise</a:t>
            </a:r>
          </a:p>
          <a:p>
            <a:r>
              <a:rPr lang="de-DE" dirty="0"/>
              <a:t>Kommunikation der Datenqualitätsprobleme</a:t>
            </a:r>
          </a:p>
          <a:p>
            <a:r>
              <a:rPr lang="de-DE" dirty="0"/>
              <a:t>Lösungsansätze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BCBD078-8D6C-4EC2-885E-DDCDD4553A1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754400" y="4876200"/>
            <a:ext cx="532800" cy="123111"/>
          </a:xfrm>
        </p:spPr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A7C6E42-3A10-4513-918A-D5B902CB241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66725" y="4819500"/>
            <a:ext cx="6063501" cy="179811"/>
          </a:xfrm>
        </p:spPr>
        <p:txBody>
          <a:bodyPr/>
          <a:lstStyle/>
          <a:p>
            <a:r>
              <a:rPr lang="en-US" dirty="0"/>
              <a:t>Name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A4F65E2-8157-4F60-8CBA-B17ADB7AE87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489000" y="4876200"/>
            <a:ext cx="223200" cy="123111"/>
          </a:xfrm>
        </p:spPr>
        <p:txBody>
          <a:bodyPr/>
          <a:lstStyle/>
          <a:p>
            <a:fld id="{9E82CC3C-1DC0-4FDA-9590-6CC506AB67F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275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0AD12A-E1E5-4852-8072-2E9A68DB6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ist „Open </a:t>
            </a:r>
            <a:r>
              <a:rPr lang="de-DE" dirty="0" err="1"/>
              <a:t>food</a:t>
            </a:r>
            <a:r>
              <a:rPr lang="de-DE" dirty="0"/>
              <a:t> </a:t>
            </a:r>
            <a:r>
              <a:rPr lang="de-DE" dirty="0" err="1"/>
              <a:t>facts</a:t>
            </a:r>
            <a:r>
              <a:rPr lang="de-DE" dirty="0"/>
              <a:t>“?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652F00D-0341-4062-A6F9-6A1A11EFCC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F6D8DF7-EF1D-46A6-957D-13BFD1DFB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Französisches Projekt</a:t>
            </a:r>
          </a:p>
          <a:p>
            <a:r>
              <a:rPr lang="de-DE" dirty="0"/>
              <a:t>Lebensmitteldatenbank</a:t>
            </a:r>
          </a:p>
          <a:p>
            <a:r>
              <a:rPr lang="de-DE" dirty="0"/>
              <a:t>Nutzer können Produkte scannen</a:t>
            </a:r>
          </a:p>
          <a:p>
            <a:endParaRPr lang="de-DE" dirty="0"/>
          </a:p>
          <a:p>
            <a:r>
              <a:rPr lang="de-DE" dirty="0"/>
              <a:t>Inhalt:</a:t>
            </a:r>
          </a:p>
          <a:p>
            <a:pPr lvl="1"/>
            <a:r>
              <a:rPr lang="de-DE" dirty="0"/>
              <a:t>Nährwerte</a:t>
            </a:r>
          </a:p>
          <a:p>
            <a:pPr lvl="1"/>
            <a:r>
              <a:rPr lang="de-DE" dirty="0" err="1"/>
              <a:t>Nutri</a:t>
            </a:r>
            <a:r>
              <a:rPr lang="de-DE" dirty="0"/>
              <a:t>-Score</a:t>
            </a:r>
          </a:p>
          <a:p>
            <a:pPr lvl="1"/>
            <a:r>
              <a:rPr lang="de-DE" dirty="0"/>
              <a:t>Verkaufsländer/Orte</a:t>
            </a:r>
          </a:p>
          <a:p>
            <a:pPr lvl="1"/>
            <a:r>
              <a:rPr lang="de-DE" dirty="0"/>
              <a:t>Verpackung</a:t>
            </a:r>
          </a:p>
          <a:p>
            <a:pPr lvl="1"/>
            <a:r>
              <a:rPr lang="de-DE" dirty="0"/>
              <a:t>…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105FFA2-E9E9-4320-91EC-BBBDDF183A1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964C9BC-94B2-4E22-A56D-E30D1E8E8A6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B64085-2CA5-4ACE-90E1-813C0F6AE8B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561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4E40B1-5FC5-4395-95E3-07DE5C77A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Datenumfang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61976D-59F9-49E7-8120-4A7AD73F33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Fakten über den Datensatz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8BFAE3B-A736-488D-A4AF-E2328541F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4501355 Zeilen</a:t>
            </a:r>
          </a:p>
          <a:p>
            <a:r>
              <a:rPr lang="de-DE" dirty="0"/>
              <a:t>210 Spalten</a:t>
            </a:r>
          </a:p>
          <a:p>
            <a:pPr lvl="1"/>
            <a:r>
              <a:rPr lang="de-DE" dirty="0"/>
              <a:t>129 </a:t>
            </a:r>
            <a:r>
              <a:rPr lang="de-DE" dirty="0" err="1"/>
              <a:t>float</a:t>
            </a:r>
            <a:endParaRPr lang="de-DE" dirty="0"/>
          </a:p>
          <a:p>
            <a:pPr lvl="1"/>
            <a:r>
              <a:rPr lang="de-DE" dirty="0"/>
              <a:t>2 integer</a:t>
            </a:r>
          </a:p>
          <a:p>
            <a:pPr lvl="1"/>
            <a:r>
              <a:rPr lang="de-DE" dirty="0"/>
              <a:t>79 gemischt</a:t>
            </a:r>
          </a:p>
          <a:p>
            <a:r>
              <a:rPr lang="de-DE" dirty="0"/>
              <a:t>~12GB</a:t>
            </a:r>
          </a:p>
          <a:p>
            <a:r>
              <a:rPr lang="de-DE" dirty="0"/>
              <a:t>~21,4% Ausfüllgrad</a:t>
            </a:r>
          </a:p>
          <a:p>
            <a:r>
              <a:rPr lang="de-DE" dirty="0"/>
              <a:t>Grafik (Einträge pro Jahr)</a:t>
            </a:r>
          </a:p>
          <a:p>
            <a:pPr marL="273050" indent="-285750"/>
            <a:endParaRPr lang="de-DE" dirty="0"/>
          </a:p>
          <a:p>
            <a:pPr lvl="1"/>
            <a:endParaRPr lang="de-DE" dirty="0"/>
          </a:p>
          <a:p>
            <a:pPr marL="176212" lvl="1" indent="0">
              <a:buNone/>
            </a:pP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FB990B7-08C3-4702-9E97-72B3EA0AF26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323B71B-3CE7-43BB-B135-2D95E89F5A9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2CEDEEC-B910-4822-B931-86DA81E609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045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69527D-43FD-444D-8AE8-979F57237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Vorgehensweise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297BF8-D439-4CF6-8697-00C80DB899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F10D6B6-65D8-4395-95F9-39790B44D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7EA46C7-9852-4E42-A80B-74B86FBF8F5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092B5FB-F7E7-475B-80F5-9B28842F14D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BB3C94-E6C5-480A-96F3-41A0A8B7CA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443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3062AB-C3FD-4F4E-A507-B9DC01F53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Vollständigkeit des Datensatzes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848E6E-F931-4CC7-90A1-3B63340AA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Fehlende Werte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25BA64A-DDC2-4567-80BA-6C7C9E0DC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(</a:t>
            </a:r>
            <a:r>
              <a:rPr lang="de-DE" dirty="0" err="1"/>
              <a:t>Missing</a:t>
            </a:r>
            <a:r>
              <a:rPr lang="de-DE" dirty="0"/>
              <a:t> </a:t>
            </a:r>
            <a:r>
              <a:rPr lang="de-DE" dirty="0" err="1"/>
              <a:t>values</a:t>
            </a:r>
            <a:r>
              <a:rPr lang="de-DE" dirty="0"/>
              <a:t> </a:t>
            </a:r>
            <a:r>
              <a:rPr lang="de-DE" dirty="0" err="1"/>
              <a:t>grafik</a:t>
            </a:r>
            <a:r>
              <a:rPr lang="de-DE" dirty="0"/>
              <a:t>)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45ADF57-2DFC-4994-B731-26FEC565272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4DCE9E0-4815-492C-AB98-80A394ABD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23F125E-FD5D-4635-90CB-111C4928F23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118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683569-85A6-412F-8C79-7FE51DFEB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Vollständigkeit des Datensatzes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1EE4C0-A9DF-4DF7-8F8C-C8DA098BA8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28A2C5F-F5D6-4511-8EB4-DB7F0BF68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Completeness</a:t>
            </a:r>
            <a:r>
              <a:rPr lang="de-DE" dirty="0"/>
              <a:t> Grafik mit Erklärung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3F7C7CF-89F2-4F50-B1BE-89A783078AD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534639E-DC59-41B4-8B41-6B0B0867AC9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1827527-2C9E-4EAC-8711-30271982318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24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2186EF-73BD-4AE5-AB7F-C007F64DD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Nährwerte Daten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BFBB91-60FF-4F6A-B2B7-46DB03F2B7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EFB1B03-75B6-4BC5-B33F-EBD87BE99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Auflistung der wichtigsten Nährwerte </a:t>
            </a:r>
          </a:p>
          <a:p>
            <a:r>
              <a:rPr lang="de-DE" dirty="0"/>
              <a:t>Histogramm?</a:t>
            </a:r>
          </a:p>
          <a:p>
            <a:r>
              <a:rPr lang="de-DE" dirty="0"/>
              <a:t>Datenqualitätsprobleme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8F97B2A-F87B-4421-8E73-F81E6D25669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03C9AFA-5333-4CDD-B8AF-F3986E4A5F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6DDAB7E-0E1E-4793-BB04-1F235F22E82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89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B9C147-829E-4D97-A4B0-F001CF819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Nutri</a:t>
            </a:r>
            <a:r>
              <a:rPr lang="de-DE" dirty="0"/>
              <a:t>-Score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784506-3815-492C-8248-B1451F254B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4967C15-B694-4DFD-A1BD-D8BA4EFF6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Eklärung</a:t>
            </a:r>
            <a:endParaRPr lang="de-DE" dirty="0"/>
          </a:p>
          <a:p>
            <a:r>
              <a:rPr lang="de-DE" dirty="0"/>
              <a:t>Grafik</a:t>
            </a:r>
          </a:p>
          <a:p>
            <a:r>
              <a:rPr lang="de-DE" dirty="0"/>
              <a:t>Datenqualitätsproblem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F42F348-D7AC-490D-B894-14AF9650045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E5D56B-1269-4B6F-8D48-D22A0EEF371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FADB313-849E-498E-A3E7-61E2D5D7BB7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854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40EAF9-52CB-4AED-8069-B6E0C3B64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Verkaufsländer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A9C2D4-7783-4AB0-BF4A-4B6305F596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DEDCE4C-84DB-4392-A2A6-6F8B1B079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Grafik</a:t>
            </a:r>
          </a:p>
          <a:p>
            <a:r>
              <a:rPr lang="de-DE" dirty="0" err="1"/>
              <a:t>Erkentniss</a:t>
            </a:r>
            <a:endParaRPr lang="de-DE" dirty="0"/>
          </a:p>
          <a:p>
            <a:r>
              <a:rPr lang="de-DE" dirty="0"/>
              <a:t>Datenqualitätsprobleme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EDF8979-0B46-4BF7-8455-ECA6ADABFB5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942BF12-4B14-4112-920C-41031FC65EC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337B128-816F-4A2F-AAA1-19B11E0E0D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087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CBE706-9AB0-4F58-87E8-FF7B70E40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Zusammenfassung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AF18A8B-D7EE-40BB-BE92-69D9C02B6B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7CA2BFF-ACD0-420B-A56B-88D5E7E77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2340F00-A2EA-43BD-8B7C-D0A3ECBC7B7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313663B-E04A-44FB-ADB4-543C18C94EA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CCFD1C2-2572-43AB-AC57-CC8E299CBE2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43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F76DE7-7E33-4D45-90E8-A2147911D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Ausblick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987B428-56B5-4498-A91C-EA28E1C263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6FE7EB8-67BE-4C00-BEAC-502351D91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8D45DE7-A956-4C8A-9207-A6C24AC07A9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DBC3E41-9A4D-4AF2-B670-05A567D8A6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4CAB64D-D711-4DE7-AAAB-13B925F1C1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486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44B0B1A9-18A8-4DC3-A325-552886BD2A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E30B909-52DE-4D64-8132-5624E88836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478157AD-2A80-4E87-9F3F-7B5F18467FB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174399" y="2571750"/>
            <a:ext cx="542646" cy="216482"/>
          </a:xfrm>
        </p:spPr>
        <p:txBody>
          <a:bodyPr/>
          <a:lstStyle/>
          <a:p>
            <a:r>
              <a:rPr lang="de-DE" dirty="0"/>
              <a:t>E-Mail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728E4830-2E27-4E40-B79E-18F9AEBB1A6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0BA4EEF9-2218-4116-BDA7-88C0844EFE5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174399" y="2803118"/>
            <a:ext cx="1745931" cy="245786"/>
          </a:xfrm>
        </p:spPr>
        <p:txBody>
          <a:bodyPr/>
          <a:lstStyle/>
          <a:p>
            <a:r>
              <a:rPr lang="de-DE" dirty="0"/>
              <a:t>Telefon +49 (0) 711 685-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85095476-8BB0-4649-BADF-4D17C2A1315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C27A3EAD-B39B-43C4-A913-D2778A43B38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174400" y="3063790"/>
            <a:ext cx="364806" cy="238329"/>
          </a:xfrm>
        </p:spPr>
        <p:txBody>
          <a:bodyPr/>
          <a:lstStyle/>
          <a:p>
            <a:r>
              <a:rPr lang="de-DE" dirty="0"/>
              <a:t>www.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BE4FF623-165A-4DCA-8DBC-66E332E9575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3E7E6A9E-4F9A-4415-B123-B2301AED566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174399" y="3508234"/>
            <a:ext cx="2500012" cy="218691"/>
          </a:xfrm>
        </p:spPr>
        <p:txBody>
          <a:bodyPr/>
          <a:lstStyle/>
          <a:p>
            <a:r>
              <a:rPr lang="de-DE" dirty="0"/>
              <a:t>Universität Stuttgart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2F8DDD92-B518-4CDC-B04C-1F63ABDF066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AC3B83C9-6753-4C0D-9E46-290D8E4213A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7713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C430E9-9700-42D3-BC14-819095347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Backup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9E8569-9416-4964-B0B7-8E0126AA71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690B2CC-D336-4FF3-B5CA-9F35BD831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Falls Zeit übrig ist </a:t>
            </a:r>
          </a:p>
          <a:p>
            <a:r>
              <a:rPr lang="de-DE" dirty="0"/>
              <a:t>Verpackungsmaterial</a:t>
            </a:r>
          </a:p>
          <a:p>
            <a:r>
              <a:rPr lang="de-DE" dirty="0"/>
              <a:t>Umweltnoten</a:t>
            </a:r>
          </a:p>
          <a:p>
            <a:r>
              <a:rPr lang="de-DE" dirty="0" err="1"/>
              <a:t>Novagruppe</a:t>
            </a:r>
            <a:endParaRPr lang="de-DE" dirty="0"/>
          </a:p>
          <a:p>
            <a:r>
              <a:rPr lang="de-DE" dirty="0"/>
              <a:t>Nahrungsgruppen</a:t>
            </a:r>
          </a:p>
          <a:p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CAB67B7-9CA1-4EC1-A4AF-EBBDA58D7BD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7166201-74B9-4136-9523-4DB5805BCF9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65D00B3-76C0-4C58-97CF-9DABBAE301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774746"/>
      </p:ext>
    </p:extLst>
  </p:cSld>
  <p:clrMapOvr>
    <a:masterClrMapping/>
  </p:clrMapOvr>
</p:sld>
</file>

<file path=ppt/theme/theme1.xml><?xml version="1.0" encoding="utf-8"?>
<a:theme xmlns:a="http://schemas.openxmlformats.org/drawingml/2006/main" name="Uni_Stuttgart">
  <a:themeElements>
    <a:clrScheme name="UNI COLOUR">
      <a:dk1>
        <a:srgbClr val="3E444C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519E"/>
      </a:accent2>
      <a:accent3>
        <a:srgbClr val="3E444C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3E444C"/>
      </a:folHlink>
    </a:clrScheme>
    <a:fontScheme name="Universitaet_Stuttgart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79388" indent="-179388">
          <a:lnSpc>
            <a:spcPct val="120000"/>
          </a:lnSpc>
          <a:spcBef>
            <a:spcPts val="750"/>
          </a:spcBef>
          <a:buClr>
            <a:schemeClr val="accent1"/>
          </a:buClr>
          <a:buFont typeface="Arial" panose="020B0604020202020204" pitchFamily="34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udentische_Vorlage_D_16zu9.pptx" id="{8E0A59FE-E7CB-4A56-91C1-9B968A5DC30D}" vid="{9165F897-74A1-4D77-9AA4-1C3BE4B9AF27}"/>
    </a:ext>
  </a:extLst>
</a:theme>
</file>

<file path=ppt/theme/theme2.xml><?xml version="1.0" encoding="utf-8"?>
<a:theme xmlns:a="http://schemas.openxmlformats.org/drawingml/2006/main" name="Office Theme">
  <a:themeElements>
    <a:clrScheme name="Universität Stuttgart Version 2">
      <a:dk1>
        <a:srgbClr val="323232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4191"/>
      </a:accent2>
      <a:accent3>
        <a:srgbClr val="323232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524D4D"/>
      </a:folHlink>
    </a:clrScheme>
    <a:fontScheme name="Universität Stuttga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Universität Stuttgart Version 2">
      <a:dk1>
        <a:srgbClr val="323232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4191"/>
      </a:accent2>
      <a:accent3>
        <a:srgbClr val="323232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524D4D"/>
      </a:folHlink>
    </a:clrScheme>
    <a:fontScheme name="Universität Stuttga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Studentische_Vorlage_D_16zu9</Template>
  <TotalTime>0</TotalTime>
  <Words>179</Words>
  <Application>Microsoft Office PowerPoint</Application>
  <PresentationFormat>Bildschirmpräsentation (16:9)</PresentationFormat>
  <Paragraphs>101</Paragraphs>
  <Slides>14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6" baseType="lpstr">
      <vt:lpstr>Arial</vt:lpstr>
      <vt:lpstr>Uni_Stuttgart</vt:lpstr>
      <vt:lpstr>Projekt Data Science</vt:lpstr>
      <vt:lpstr>Heutige Ziele</vt:lpstr>
      <vt:lpstr>Was ist „Open food facts“?</vt:lpstr>
      <vt:lpstr>Datenumfang</vt:lpstr>
      <vt:lpstr>Vorgehensweise</vt:lpstr>
      <vt:lpstr>Vollständigkeit des Datensatzes</vt:lpstr>
      <vt:lpstr>Vollständigkeit des Datensatzes</vt:lpstr>
      <vt:lpstr>Nährwerte Daten</vt:lpstr>
      <vt:lpstr>Nutri-Score</vt:lpstr>
      <vt:lpstr>Verkaufsländer</vt:lpstr>
      <vt:lpstr>Zusammenfassung</vt:lpstr>
      <vt:lpstr>Ausblick</vt:lpstr>
      <vt:lpstr>PowerPoint-Präsentation</vt:lpstr>
      <vt:lpstr>Backup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 Data Science</dc:title>
  <dc:creator>Den Alil</dc:creator>
  <cp:lastModifiedBy>Den Alil</cp:lastModifiedBy>
  <cp:revision>11</cp:revision>
  <dcterms:created xsi:type="dcterms:W3CDTF">2026-05-16T01:12:55Z</dcterms:created>
  <dcterms:modified xsi:type="dcterms:W3CDTF">2026-05-18T21:21:33Z</dcterms:modified>
</cp:coreProperties>
</file>