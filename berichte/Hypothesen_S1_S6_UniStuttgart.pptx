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0" r:id="rId1"/>
  </p:sldMasterIdLst>
  <p:notesMasterIdLst>
    <p:notesMasterId r:id="rId22"/>
  </p:notesMasterIdLst>
  <p:handoutMasterIdLst>
    <p:handoutMasterId r:id="rId23"/>
  </p:handout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7"/>
  </p:sldIdLst>
  <p:sldSz cx="9144000" cy="5143500" type="screen16x9"/>
  <p:notesSz cx="6858000" cy="9144000"/>
  <p:defaultTextStyle>
    <a:defPPr>
      <a:defRPr lang="en-US"/>
    </a:defPPr>
    <a:lvl1pPr marL="0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1pPr>
    <a:lvl2pPr marL="356616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2pPr>
    <a:lvl3pPr marL="713232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3pPr>
    <a:lvl4pPr marL="1069848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4pPr>
    <a:lvl5pPr marL="1426464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5pPr>
    <a:lvl6pPr marL="1783080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6pPr>
    <a:lvl7pPr marL="2139696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7pPr>
    <a:lvl8pPr marL="2496312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8pPr>
    <a:lvl9pPr marL="2852928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ndardabschnitt" id="{92FF80F5-D3DB-4845-9897-E5571E60825B}">
          <p14:sldIdLst>
            <p14:sldId id="264"/>
            <p14:sldId id="282"/>
            <p14:sldId id="259"/>
            <p14:sldId id="285"/>
            <p14:sldId id="287"/>
            <p14:sldId id="283"/>
            <p14:sldId id="268"/>
            <p14:sldId id="276"/>
            <p14:sldId id="277"/>
            <p14:sldId id="281"/>
            <p14:sldId id="278"/>
            <p14:sldId id="279"/>
            <p14:sldId id="280"/>
            <p14:sldId id="290"/>
            <p14:sldId id="288"/>
            <p14:sldId id="289"/>
            <p14:sldId id="284"/>
            <p14:sldId id="273"/>
            <p14:sldId id="274"/>
            <p14:sldId id="261"/>
          </p14:sldIdLst>
        </p14:section>
      </p14:sectionLst>
    </p:ext>
    <p:ext uri="{EFAFB233-063F-42B5-8137-9DF3F51BA10A}">
      <p15:sldGuideLst xmlns:p15="http://schemas.microsoft.com/office/powerpoint/2012/main">
        <p15:guide id="4" orient="horz" pos="1620" userDrawn="1">
          <p15:clr>
            <a:srgbClr val="A4A3A4"/>
          </p15:clr>
        </p15:guide>
        <p15:guide id="5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8034E78-7F5D-4C2E-B375-FC64B27BC917}" styleName="Dunkle Formatvorlag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202B0CA-FC54-4496-8BCA-5EF66A818D29}" styleName="Dunkle Formatvorlag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F2DE63D5-997A-4646-A377-4702673A728D}" styleName="Helle Formatvorlage 2 - Akz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69012ECD-51FC-41F1-AA8D-1B2483CD663E}" styleName="Helle Formatvorlage 2 - Akz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D03447BB-5D67-496B-8E87-E561075AD55C}" styleName="Dunkle Formatvorlage 1 - Akz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8EC20E35-A176-4012-BC5E-935CFFF8708E}" styleName="Mittlere Formatvorlag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ittlere Formatvorlage 2 - Akz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8298" autoAdjust="0"/>
    <p:restoredTop sz="94640" autoAdjust="0"/>
  </p:normalViewPr>
  <p:slideViewPr>
    <p:cSldViewPr snapToGrid="0">
      <p:cViewPr varScale="1">
        <p:scale>
          <a:sx n="142" d="100"/>
          <a:sy n="142" d="100"/>
        </p:scale>
        <p:origin x="312" y="12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70" d="100"/>
        <a:sy n="170" d="100"/>
      </p:scale>
      <p:origin x="0" y="0"/>
    </p:cViewPr>
  </p:sorterViewPr>
  <p:notesViewPr>
    <p:cSldViewPr snapToGrid="0" showGuides="1">
      <p:cViewPr varScale="1">
        <p:scale>
          <a:sx n="87" d="100"/>
          <a:sy n="87" d="100"/>
        </p:scale>
        <p:origin x="3840" y="84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5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notesMaster" Target="notesMasters/notesMaster1.xml"/><Relationship Id="rId23" Type="http://schemas.openxmlformats.org/officeDocument/2006/relationships/handoutMaster" Target="handoutMasters/handout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468313" y="243069"/>
            <a:ext cx="5903912" cy="458788"/>
          </a:xfrm>
          <a:prstGeom prst="rect">
            <a:avLst/>
          </a:prstGeom>
        </p:spPr>
        <p:txBody>
          <a:bodyPr vert="horz" lIns="0" tIns="0" rIns="0" bIns="0" rtlCol="0"/>
          <a:lstStyle>
            <a:lvl1pPr algn="l">
              <a:defRPr sz="1200"/>
            </a:lvl1pPr>
          </a:lstStyle>
          <a:p>
            <a:r>
              <a:rPr lang="en-US" b="1"/>
              <a:t>Titel der Präsentation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5483506" y="8777812"/>
            <a:ext cx="648000" cy="144000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1200"/>
            </a:lvl1pPr>
          </a:lstStyle>
          <a:p>
            <a:pPr algn="l"/>
            <a:fld id="{0A58BB19-F979-4D75-B90C-2227AC4FA73E}" type="datetime1">
              <a:rPr lang="de-DE" sz="800" smtClean="0"/>
              <a:t>21.05.2026</a:t>
            </a:fld>
            <a:endParaRPr lang="en-US" sz="80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468313" y="8777813"/>
            <a:ext cx="4500000" cy="144000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1200"/>
            </a:lvl1pPr>
          </a:lstStyle>
          <a:p>
            <a:r>
              <a:rPr lang="en-US" sz="800"/>
              <a:t>Universität Stuttgart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6270195" y="8777813"/>
            <a:ext cx="360000" cy="144000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1200"/>
            </a:lvl1pPr>
          </a:lstStyle>
          <a:p>
            <a:pPr algn="l"/>
            <a:fld id="{EE9A79A6-2547-4C8F-B0ED-316280A1A122}" type="slidenum">
              <a:rPr lang="en-US" sz="800" smtClean="0"/>
              <a:pPr algn="l"/>
              <a:t>‹Nr.›</a:t>
            </a:fld>
            <a:endParaRPr lang="en-US" sz="800"/>
          </a:p>
        </p:txBody>
      </p:sp>
    </p:spTree>
    <p:extLst>
      <p:ext uri="{BB962C8B-B14F-4D97-AF65-F5344CB8AC3E}">
        <p14:creationId xmlns:p14="http://schemas.microsoft.com/office/powerpoint/2010/main" val="2561533372"/>
      </p:ext>
    </p:extLst>
  </p:cSld>
  <p:clrMap bg1="lt1" tx1="dk1" bg2="lt2" tx2="dk2" accent1="accent1" accent2="accent2" accent3="accent3" accent4="accent4" accent5="accent5" accent6="accent6" hlink="hlink" folHlink="folHlink"/>
  <p:hf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95" userDrawn="1">
          <p15:clr>
            <a:srgbClr val="F26B43"/>
          </p15:clr>
        </p15:guide>
        <p15:guide id="3" pos="4014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347680" y="256832"/>
            <a:ext cx="6113274" cy="475050"/>
          </a:xfrm>
          <a:prstGeom prst="rect">
            <a:avLst/>
          </a:prstGeom>
        </p:spPr>
        <p:txBody>
          <a:bodyPr vert="horz" lIns="0" tIns="0" rIns="0" bIns="0" rtlCol="0"/>
          <a:lstStyle>
            <a:lvl1pPr algn="l">
              <a:defRPr sz="1200" b="1"/>
            </a:lvl1pPr>
          </a:lstStyle>
          <a:p>
            <a:r>
              <a:rPr lang="en-US"/>
              <a:t>Titel der Präsentation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5295600" y="8776800"/>
            <a:ext cx="648000" cy="144000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800"/>
            </a:lvl1pPr>
          </a:lstStyle>
          <a:p>
            <a:fld id="{99BBEEE4-47E4-461F-AEBE-8556DA06EA00}" type="datetime1">
              <a:rPr lang="de-DE" smtClean="0"/>
              <a:t>21.05.2026</a:t>
            </a:fld>
            <a:endParaRPr lang="en-US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350" y="1020763"/>
            <a:ext cx="6792913" cy="3821112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347992" y="5016760"/>
            <a:ext cx="6112961" cy="3645977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323850" y="8776800"/>
            <a:ext cx="4644150" cy="144000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800"/>
            </a:lvl1pPr>
          </a:lstStyle>
          <a:p>
            <a:r>
              <a:rPr lang="en-US"/>
              <a:t>Universität Stuttgart</a:t>
            </a:r>
            <a:endParaRPr lang="en-US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6120175" y="8776800"/>
            <a:ext cx="360000" cy="144000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800"/>
            </a:lvl1pPr>
          </a:lstStyle>
          <a:p>
            <a:fld id="{05DD1DF0-DD4E-4B0C-B0FD-D16D9D2A9750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8985705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marL="180975" indent="-180975" algn="l" defTabSz="713232" rtl="0" eaLnBrk="1" latinLnBrk="0" hangingPunct="1">
      <a:lnSpc>
        <a:spcPct val="120000"/>
      </a:lnSpc>
      <a:buClr>
        <a:schemeClr val="accent1"/>
      </a:buClr>
      <a:buFont typeface="Arial" panose="020B0604020202020204" pitchFamily="34" charset="0"/>
      <a:buChar char="•"/>
      <a:defRPr sz="1000" kern="1200">
        <a:solidFill>
          <a:schemeClr val="tx1"/>
        </a:solidFill>
        <a:latin typeface="+mn-lt"/>
        <a:ea typeface="+mn-ea"/>
        <a:cs typeface="+mn-cs"/>
      </a:defRPr>
    </a:lvl1pPr>
    <a:lvl2pPr marL="358775" indent="-177800" algn="l" defTabSz="713232" rtl="0" eaLnBrk="1" latinLnBrk="0" hangingPunct="1">
      <a:lnSpc>
        <a:spcPct val="120000"/>
      </a:lnSpc>
      <a:buFont typeface="Arial" panose="020B0604020202020204" pitchFamily="34" charset="0"/>
      <a:buChar char="•"/>
      <a:defRPr sz="1000" kern="1200">
        <a:solidFill>
          <a:schemeClr val="tx1"/>
        </a:solidFill>
        <a:latin typeface="+mn-lt"/>
        <a:ea typeface="+mn-ea"/>
        <a:cs typeface="+mn-cs"/>
      </a:defRPr>
    </a:lvl2pPr>
    <a:lvl3pPr marL="538163" indent="-179388" algn="l" defTabSz="713232" rtl="0" eaLnBrk="1" latinLnBrk="0" hangingPunct="1">
      <a:lnSpc>
        <a:spcPct val="120000"/>
      </a:lnSpc>
      <a:buFont typeface="Arial" panose="020B0604020202020204" pitchFamily="34" charset="0"/>
      <a:buChar char="•"/>
      <a:defRPr sz="1000" kern="1200">
        <a:solidFill>
          <a:schemeClr val="tx1"/>
        </a:solidFill>
        <a:latin typeface="+mn-lt"/>
        <a:ea typeface="+mn-ea"/>
        <a:cs typeface="+mn-cs"/>
      </a:defRPr>
    </a:lvl3pPr>
    <a:lvl4pPr marL="719138" indent="-180975" algn="l" defTabSz="713232" rtl="0" eaLnBrk="1" latinLnBrk="0" hangingPunct="1">
      <a:lnSpc>
        <a:spcPct val="120000"/>
      </a:lnSpc>
      <a:buFont typeface="Arial" panose="020B0604020202020204" pitchFamily="34" charset="0"/>
      <a:buChar char="•"/>
      <a:defRPr sz="1000" kern="1200">
        <a:solidFill>
          <a:schemeClr val="tx1"/>
        </a:solidFill>
        <a:latin typeface="+mn-lt"/>
        <a:ea typeface="+mn-ea"/>
        <a:cs typeface="+mn-cs"/>
      </a:defRPr>
    </a:lvl4pPr>
    <a:lvl5pPr marL="896938" indent="-177800" algn="l" defTabSz="713232" rtl="0" eaLnBrk="1" latinLnBrk="0" hangingPunct="1">
      <a:lnSpc>
        <a:spcPct val="120000"/>
      </a:lnSpc>
      <a:buFont typeface="Arial" panose="020B0604020202020204" pitchFamily="34" charset="0"/>
      <a:buChar char="•"/>
      <a:defRPr sz="1000" kern="1200">
        <a:solidFill>
          <a:schemeClr val="tx1"/>
        </a:solidFill>
        <a:latin typeface="+mn-lt"/>
        <a:ea typeface="+mn-ea"/>
        <a:cs typeface="+mn-cs"/>
      </a:defRPr>
    </a:lvl5pPr>
    <a:lvl6pPr marL="1783080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6pPr>
    <a:lvl7pPr marL="2139696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7pPr>
    <a:lvl8pPr marL="2496312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8pPr>
    <a:lvl9pPr marL="2852928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04" userDrawn="1">
          <p15:clr>
            <a:srgbClr val="F26B43"/>
          </p15:clr>
        </p15:guide>
        <p15:guide id="3" pos="4082" userDrawn="1">
          <p15:clr>
            <a:srgbClr val="F26B43"/>
          </p15:clr>
        </p15:guide>
      </p15:sldGuideLst>
    </p:ext>
  </p:extLst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fik 28">
            <a:extLst>
              <a:ext uri="{FF2B5EF4-FFF2-40B4-BE49-F238E27FC236}">
                <a16:creationId xmlns:a16="http://schemas.microsoft.com/office/drawing/2014/main" id="{5434E774-7C72-48E0-B896-1C63AA7486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800" y="268958"/>
            <a:ext cx="2056867" cy="431998"/>
          </a:xfrm>
          <a:prstGeom prst="rect">
            <a:avLst/>
          </a:prstGeom>
        </p:spPr>
      </p:pic>
      <p:sp>
        <p:nvSpPr>
          <p:cNvPr id="9" name="Bildplatzhalter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266840"/>
            <a:ext cx="9144000" cy="3876659"/>
          </a:xfrm>
          <a:solidFill>
            <a:schemeClr val="bg1">
              <a:lumMod val="85000"/>
            </a:schemeClr>
          </a:solidFill>
        </p:spPr>
        <p:txBody>
          <a:bodyPr lIns="72000"/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86BA6808-8CD4-4528-935A-3978EF1718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50522" y="449461"/>
            <a:ext cx="4140000" cy="4140000"/>
          </a:xfrm>
          <a:prstGeom prst="ellipse">
            <a:avLst/>
          </a:prstGeom>
          <a:solidFill>
            <a:schemeClr val="tx1"/>
          </a:solidFill>
        </p:spPr>
        <p:txBody>
          <a:bodyPr vert="horz" wrap="square" lIns="0" tIns="0" rIns="0" bIns="1116000" rtlCol="0" anchor="b" anchorCtr="0">
            <a:noAutofit/>
          </a:bodyPr>
          <a:lstStyle>
            <a:lvl1pPr>
              <a:defRPr lang="en-GB" sz="2800" baseline="0" dirty="0">
                <a:solidFill>
                  <a:schemeClr val="bg1"/>
                </a:solidFill>
              </a:defRPr>
            </a:lvl1pPr>
          </a:lstStyle>
          <a:p>
            <a:pPr marL="0" lvl="0" indent="0"/>
            <a:r>
              <a:rPr lang="de-DE" dirty="0"/>
              <a:t>Studentisches Projekt – Text durch Klicken </a:t>
            </a:r>
            <a:br>
              <a:rPr lang="de-DE" dirty="0"/>
            </a:br>
            <a:r>
              <a:rPr lang="de-DE" dirty="0"/>
              <a:t>hinzufügen</a:t>
            </a:r>
            <a:endParaRPr lang="en-GB" dirty="0"/>
          </a:p>
        </p:txBody>
      </p:sp>
      <p:sp>
        <p:nvSpPr>
          <p:cNvPr id="12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355772" y="2963635"/>
            <a:ext cx="3012621" cy="555172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>
                <a:solidFill>
                  <a:schemeClr val="bg1"/>
                </a:solidFill>
              </a:defRPr>
            </a:lvl1pPr>
            <a:lvl2pPr marL="342897" indent="0" algn="ctr">
              <a:buNone/>
              <a:defRPr sz="1500"/>
            </a:lvl2pPr>
            <a:lvl3pPr marL="685793" indent="0" algn="ctr">
              <a:buNone/>
              <a:defRPr sz="1350"/>
            </a:lvl3pPr>
            <a:lvl4pPr marL="1028690" indent="0" algn="ctr">
              <a:buNone/>
              <a:defRPr sz="1200"/>
            </a:lvl4pPr>
            <a:lvl5pPr marL="1371586" indent="0" algn="ctr">
              <a:buNone/>
              <a:defRPr sz="1200"/>
            </a:lvl5pPr>
            <a:lvl6pPr marL="1714483" indent="0" algn="ctr">
              <a:buNone/>
              <a:defRPr sz="1200"/>
            </a:lvl6pPr>
            <a:lvl7pPr marL="2057379" indent="0" algn="ctr">
              <a:buNone/>
              <a:defRPr sz="1200"/>
            </a:lvl7pPr>
            <a:lvl8pPr marL="2400276" indent="0" algn="ctr">
              <a:buNone/>
              <a:defRPr sz="1200"/>
            </a:lvl8pPr>
            <a:lvl9pPr marL="2743173" indent="0" algn="ctr">
              <a:buNone/>
              <a:defRPr sz="1200"/>
            </a:lvl9pPr>
          </a:lstStyle>
          <a:p>
            <a:r>
              <a:rPr lang="de-DE"/>
              <a:t>Untertitel Text durch Klicken hinzufügen</a:t>
            </a:r>
            <a:endParaRPr lang="de-DE" dirty="0"/>
          </a:p>
        </p:txBody>
      </p:sp>
      <p:sp>
        <p:nvSpPr>
          <p:cNvPr id="14" name="Textplatzhalter 10">
            <a:extLst>
              <a:ext uri="{FF2B5EF4-FFF2-40B4-BE49-F238E27FC236}">
                <a16:creationId xmlns:a16="http://schemas.microsoft.com/office/drawing/2014/main" id="{3A6FC492-F4FE-474B-9BFE-DAAE645B98B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323010" y="3595860"/>
            <a:ext cx="1274400" cy="1274400"/>
          </a:xfrm>
          <a:prstGeom prst="ellipse">
            <a:avLst/>
          </a:prstGeom>
          <a:solidFill>
            <a:schemeClr val="bg1"/>
          </a:solidFill>
        </p:spPr>
        <p:txBody>
          <a:bodyPr wrap="none" lIns="0" tIns="0" rIns="0" bIns="0" anchor="ctr">
            <a:no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/>
              <a:t>Vorname </a:t>
            </a:r>
            <a:br>
              <a:rPr lang="de-DE" dirty="0"/>
            </a:br>
            <a:r>
              <a:rPr lang="de-DE" dirty="0"/>
              <a:t>Name</a:t>
            </a:r>
          </a:p>
        </p:txBody>
      </p:sp>
    </p:spTree>
    <p:extLst>
      <p:ext uri="{BB962C8B-B14F-4D97-AF65-F5344CB8AC3E}">
        <p14:creationId xmlns:p14="http://schemas.microsoft.com/office/powerpoint/2010/main" val="35468285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Barriefrei 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fik 28">
            <a:extLst>
              <a:ext uri="{FF2B5EF4-FFF2-40B4-BE49-F238E27FC236}">
                <a16:creationId xmlns:a16="http://schemas.microsoft.com/office/drawing/2014/main" id="{5434E774-7C72-48E0-B896-1C63AA7486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800" y="268958"/>
            <a:ext cx="2056867" cy="431998"/>
          </a:xfrm>
          <a:prstGeom prst="rect">
            <a:avLst/>
          </a:prstGeom>
        </p:spPr>
      </p:pic>
      <p:sp>
        <p:nvSpPr>
          <p:cNvPr id="9" name="Bildplatzhalter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266840"/>
            <a:ext cx="9144000" cy="3876659"/>
          </a:xfrm>
          <a:solidFill>
            <a:schemeClr val="bg1">
              <a:lumMod val="85000"/>
            </a:schemeClr>
          </a:solidFill>
        </p:spPr>
        <p:txBody>
          <a:bodyPr lIns="72000"/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86BA6808-8CD4-4528-935A-3978EF1718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50522" y="449461"/>
            <a:ext cx="4140000" cy="4140000"/>
          </a:xfrm>
          <a:prstGeom prst="ellipse">
            <a:avLst/>
          </a:prstGeom>
          <a:solidFill>
            <a:schemeClr val="accent2"/>
          </a:solidFill>
        </p:spPr>
        <p:txBody>
          <a:bodyPr vert="horz" wrap="square" lIns="0" tIns="0" rIns="0" bIns="1116000" rtlCol="0" anchor="b" anchorCtr="0">
            <a:noAutofit/>
          </a:bodyPr>
          <a:lstStyle>
            <a:lvl1pPr>
              <a:defRPr lang="en-GB" sz="2800" baseline="0" dirty="0">
                <a:solidFill>
                  <a:schemeClr val="bg1"/>
                </a:solidFill>
              </a:defRPr>
            </a:lvl1pPr>
          </a:lstStyle>
          <a:p>
            <a:pPr marL="0" lvl="0" indent="0"/>
            <a:r>
              <a:rPr lang="de-DE" dirty="0"/>
              <a:t>Studentisches Projekt – Text durch Klicken </a:t>
            </a:r>
            <a:br>
              <a:rPr lang="de-DE" dirty="0"/>
            </a:br>
            <a:r>
              <a:rPr lang="de-DE" dirty="0"/>
              <a:t>hinzufügen</a:t>
            </a:r>
            <a:endParaRPr lang="en-GB" dirty="0"/>
          </a:p>
        </p:txBody>
      </p:sp>
      <p:sp>
        <p:nvSpPr>
          <p:cNvPr id="12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355772" y="2963635"/>
            <a:ext cx="3012621" cy="555172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>
                <a:solidFill>
                  <a:schemeClr val="bg1"/>
                </a:solidFill>
              </a:defRPr>
            </a:lvl1pPr>
            <a:lvl2pPr marL="342897" indent="0" algn="ctr">
              <a:buNone/>
              <a:defRPr sz="1500"/>
            </a:lvl2pPr>
            <a:lvl3pPr marL="685793" indent="0" algn="ctr">
              <a:buNone/>
              <a:defRPr sz="1350"/>
            </a:lvl3pPr>
            <a:lvl4pPr marL="1028690" indent="0" algn="ctr">
              <a:buNone/>
              <a:defRPr sz="1200"/>
            </a:lvl4pPr>
            <a:lvl5pPr marL="1371586" indent="0" algn="ctr">
              <a:buNone/>
              <a:defRPr sz="1200"/>
            </a:lvl5pPr>
            <a:lvl6pPr marL="1714483" indent="0" algn="ctr">
              <a:buNone/>
              <a:defRPr sz="1200"/>
            </a:lvl6pPr>
            <a:lvl7pPr marL="2057379" indent="0" algn="ctr">
              <a:buNone/>
              <a:defRPr sz="1200"/>
            </a:lvl7pPr>
            <a:lvl8pPr marL="2400276" indent="0" algn="ctr">
              <a:buNone/>
              <a:defRPr sz="1200"/>
            </a:lvl8pPr>
            <a:lvl9pPr marL="2743173" indent="0" algn="ctr">
              <a:buNone/>
              <a:defRPr sz="1200"/>
            </a:lvl9pPr>
          </a:lstStyle>
          <a:p>
            <a:r>
              <a:rPr lang="de-DE"/>
              <a:t>Untertitel Text durch Klicken hinzufügen</a:t>
            </a:r>
            <a:endParaRPr lang="de-DE" dirty="0"/>
          </a:p>
        </p:txBody>
      </p:sp>
      <p:sp>
        <p:nvSpPr>
          <p:cNvPr id="14" name="Textplatzhalter 10">
            <a:extLst>
              <a:ext uri="{FF2B5EF4-FFF2-40B4-BE49-F238E27FC236}">
                <a16:creationId xmlns:a16="http://schemas.microsoft.com/office/drawing/2014/main" id="{3A6FC492-F4FE-474B-9BFE-DAAE645B98B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323010" y="3595860"/>
            <a:ext cx="1274400" cy="1274400"/>
          </a:xfrm>
          <a:prstGeom prst="ellipse">
            <a:avLst/>
          </a:prstGeom>
          <a:solidFill>
            <a:schemeClr val="bg1"/>
          </a:solidFill>
        </p:spPr>
        <p:txBody>
          <a:bodyPr wrap="none" lIns="0" tIns="0" rIns="0" bIns="0" anchor="ctr">
            <a:no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/>
              <a:t>Vorname </a:t>
            </a:r>
            <a:br>
              <a:rPr lang="de-DE" dirty="0"/>
            </a:br>
            <a:r>
              <a:rPr lang="de-DE" dirty="0"/>
              <a:t>Name</a:t>
            </a:r>
          </a:p>
        </p:txBody>
      </p:sp>
    </p:spTree>
    <p:extLst>
      <p:ext uri="{BB962C8B-B14F-4D97-AF65-F5344CB8AC3E}">
        <p14:creationId xmlns:p14="http://schemas.microsoft.com/office/powerpoint/2010/main" val="36379250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Barriefrei hell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fik 28">
            <a:extLst>
              <a:ext uri="{FF2B5EF4-FFF2-40B4-BE49-F238E27FC236}">
                <a16:creationId xmlns:a16="http://schemas.microsoft.com/office/drawing/2014/main" id="{5434E774-7C72-48E0-B896-1C63AA7486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800" y="268958"/>
            <a:ext cx="2056867" cy="431998"/>
          </a:xfrm>
          <a:prstGeom prst="rect">
            <a:avLst/>
          </a:prstGeom>
        </p:spPr>
      </p:pic>
      <p:sp>
        <p:nvSpPr>
          <p:cNvPr id="9" name="Bildplatzhalter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266840"/>
            <a:ext cx="9144000" cy="3876659"/>
          </a:xfrm>
          <a:solidFill>
            <a:schemeClr val="bg1">
              <a:lumMod val="85000"/>
            </a:schemeClr>
          </a:solidFill>
        </p:spPr>
        <p:txBody>
          <a:bodyPr lIns="72000"/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86BA6808-8CD4-4528-935A-3978EF1718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50522" y="449461"/>
            <a:ext cx="4140000" cy="4140000"/>
          </a:xfrm>
          <a:prstGeom prst="ellipse">
            <a:avLst/>
          </a:prstGeom>
          <a:solidFill>
            <a:schemeClr val="accent1"/>
          </a:solidFill>
        </p:spPr>
        <p:txBody>
          <a:bodyPr vert="horz" wrap="square" lIns="0" tIns="0" rIns="0" bIns="1116000" rtlCol="0" anchor="b" anchorCtr="0">
            <a:noAutofit/>
          </a:bodyPr>
          <a:lstStyle>
            <a:lvl1pPr>
              <a:defRPr lang="en-GB" sz="2800" baseline="0" dirty="0">
                <a:solidFill>
                  <a:schemeClr val="bg1"/>
                </a:solidFill>
                <a:highlight>
                  <a:srgbClr val="000000"/>
                </a:highlight>
              </a:defRPr>
            </a:lvl1pPr>
          </a:lstStyle>
          <a:p>
            <a:pPr marL="0" lvl="0" indent="0"/>
            <a:r>
              <a:rPr lang="de-DE" dirty="0"/>
              <a:t>Studentisches Projekt – Text durch Klicken </a:t>
            </a:r>
            <a:br>
              <a:rPr lang="de-DE" dirty="0"/>
            </a:br>
            <a:r>
              <a:rPr lang="de-DE" dirty="0"/>
              <a:t>hinzufügen</a:t>
            </a:r>
            <a:endParaRPr lang="en-GB" dirty="0"/>
          </a:p>
        </p:txBody>
      </p:sp>
      <p:sp>
        <p:nvSpPr>
          <p:cNvPr id="12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355772" y="2963635"/>
            <a:ext cx="3012621" cy="555172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>
                <a:solidFill>
                  <a:schemeClr val="bg1"/>
                </a:solidFill>
                <a:highlight>
                  <a:srgbClr val="000000"/>
                </a:highlight>
              </a:defRPr>
            </a:lvl1pPr>
            <a:lvl2pPr marL="342897" indent="0" algn="ctr">
              <a:buNone/>
              <a:defRPr sz="1500"/>
            </a:lvl2pPr>
            <a:lvl3pPr marL="685793" indent="0" algn="ctr">
              <a:buNone/>
              <a:defRPr sz="1350"/>
            </a:lvl3pPr>
            <a:lvl4pPr marL="1028690" indent="0" algn="ctr">
              <a:buNone/>
              <a:defRPr sz="1200"/>
            </a:lvl4pPr>
            <a:lvl5pPr marL="1371586" indent="0" algn="ctr">
              <a:buNone/>
              <a:defRPr sz="1200"/>
            </a:lvl5pPr>
            <a:lvl6pPr marL="1714483" indent="0" algn="ctr">
              <a:buNone/>
              <a:defRPr sz="1200"/>
            </a:lvl6pPr>
            <a:lvl7pPr marL="2057379" indent="0" algn="ctr">
              <a:buNone/>
              <a:defRPr sz="1200"/>
            </a:lvl7pPr>
            <a:lvl8pPr marL="2400276" indent="0" algn="ctr">
              <a:buNone/>
              <a:defRPr sz="1200"/>
            </a:lvl8pPr>
            <a:lvl9pPr marL="2743173" indent="0" algn="ctr">
              <a:buNone/>
              <a:defRPr sz="1200"/>
            </a:lvl9pPr>
          </a:lstStyle>
          <a:p>
            <a:r>
              <a:rPr lang="de-DE"/>
              <a:t>Untertitel Text durch Klicken hinzufügen</a:t>
            </a:r>
            <a:endParaRPr lang="de-DE" dirty="0"/>
          </a:p>
        </p:txBody>
      </p:sp>
      <p:sp>
        <p:nvSpPr>
          <p:cNvPr id="14" name="Textplatzhalter 10">
            <a:extLst>
              <a:ext uri="{FF2B5EF4-FFF2-40B4-BE49-F238E27FC236}">
                <a16:creationId xmlns:a16="http://schemas.microsoft.com/office/drawing/2014/main" id="{3A6FC492-F4FE-474B-9BFE-DAAE645B98B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323010" y="3595860"/>
            <a:ext cx="1274400" cy="1274400"/>
          </a:xfrm>
          <a:prstGeom prst="ellipse">
            <a:avLst/>
          </a:prstGeom>
          <a:solidFill>
            <a:schemeClr val="bg1"/>
          </a:solidFill>
        </p:spPr>
        <p:txBody>
          <a:bodyPr wrap="none" lIns="0" tIns="0" rIns="0" bIns="0" anchor="ctr">
            <a:noAutofit/>
          </a:bodyPr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/>
              <a:t>Vorname </a:t>
            </a:r>
            <a:br>
              <a:rPr lang="de-DE" dirty="0"/>
            </a:br>
            <a:r>
              <a:rPr lang="de-DE" dirty="0"/>
              <a:t>Name</a:t>
            </a:r>
          </a:p>
        </p:txBody>
      </p:sp>
    </p:spTree>
    <p:extLst>
      <p:ext uri="{BB962C8B-B14F-4D97-AF65-F5344CB8AC3E}">
        <p14:creationId xmlns:p14="http://schemas.microsoft.com/office/powerpoint/2010/main" val="23574386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Institu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fik 28">
            <a:extLst>
              <a:ext uri="{FF2B5EF4-FFF2-40B4-BE49-F238E27FC236}">
                <a16:creationId xmlns:a16="http://schemas.microsoft.com/office/drawing/2014/main" id="{5434E774-7C72-48E0-B896-1C63AA7486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800" y="268958"/>
            <a:ext cx="2056867" cy="431998"/>
          </a:xfrm>
          <a:prstGeom prst="rect">
            <a:avLst/>
          </a:prstGeom>
        </p:spPr>
      </p:pic>
      <p:sp>
        <p:nvSpPr>
          <p:cNvPr id="9" name="Bildplatzhalter 8"/>
          <p:cNvSpPr>
            <a:spLocks noGrp="1"/>
          </p:cNvSpPr>
          <p:nvPr>
            <p:ph type="pic" sz="quarter" idx="10"/>
          </p:nvPr>
        </p:nvSpPr>
        <p:spPr>
          <a:xfrm>
            <a:off x="0" y="1266840"/>
            <a:ext cx="9144000" cy="3876659"/>
          </a:xfrm>
          <a:solidFill>
            <a:schemeClr val="bg1">
              <a:lumMod val="85000"/>
            </a:schemeClr>
          </a:solidFill>
        </p:spPr>
        <p:txBody>
          <a:bodyPr lIns="72000"/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8" name="Titel 2">
            <a:extLst>
              <a:ext uri="{FF2B5EF4-FFF2-40B4-BE49-F238E27FC236}">
                <a16:creationId xmlns:a16="http://schemas.microsoft.com/office/drawing/2014/main" id="{098769ED-90D0-4473-B1B2-1CE12B519F3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50522" y="449461"/>
            <a:ext cx="4140000" cy="4140000"/>
          </a:xfrm>
          <a:prstGeom prst="ellipse">
            <a:avLst/>
          </a:prstGeom>
          <a:solidFill>
            <a:schemeClr val="accent1"/>
          </a:solidFill>
        </p:spPr>
        <p:txBody>
          <a:bodyPr vert="horz" wrap="square" lIns="0" tIns="0" rIns="0" bIns="1116000" rtlCol="0" anchor="b" anchorCtr="0">
            <a:noAutofit/>
          </a:bodyPr>
          <a:lstStyle>
            <a:lvl1pPr>
              <a:defRPr lang="en-GB" sz="2800" baseline="0" dirty="0">
                <a:solidFill>
                  <a:schemeClr val="tx1"/>
                </a:solidFill>
              </a:defRPr>
            </a:lvl1pPr>
          </a:lstStyle>
          <a:p>
            <a:pPr marL="0" lvl="0" indent="0"/>
            <a:r>
              <a:rPr lang="de-DE" dirty="0"/>
              <a:t>Studentisches Projekt – Text hinzufügen</a:t>
            </a:r>
            <a:endParaRPr lang="en-GB" dirty="0"/>
          </a:p>
        </p:txBody>
      </p:sp>
      <p:sp>
        <p:nvSpPr>
          <p:cNvPr id="12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355772" y="2963635"/>
            <a:ext cx="3012621" cy="555172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>
                <a:solidFill>
                  <a:schemeClr val="tx1"/>
                </a:solidFill>
              </a:defRPr>
            </a:lvl1pPr>
            <a:lvl2pPr marL="342897" indent="0" algn="ctr">
              <a:buNone/>
              <a:defRPr sz="1500"/>
            </a:lvl2pPr>
            <a:lvl3pPr marL="685793" indent="0" algn="ctr">
              <a:buNone/>
              <a:defRPr sz="1350"/>
            </a:lvl3pPr>
            <a:lvl4pPr marL="1028690" indent="0" algn="ctr">
              <a:buNone/>
              <a:defRPr sz="1200"/>
            </a:lvl4pPr>
            <a:lvl5pPr marL="1371586" indent="0" algn="ctr">
              <a:buNone/>
              <a:defRPr sz="1200"/>
            </a:lvl5pPr>
            <a:lvl6pPr marL="1714483" indent="0" algn="ctr">
              <a:buNone/>
              <a:defRPr sz="1200"/>
            </a:lvl6pPr>
            <a:lvl7pPr marL="2057379" indent="0" algn="ctr">
              <a:buNone/>
              <a:defRPr sz="1200"/>
            </a:lvl7pPr>
            <a:lvl8pPr marL="2400276" indent="0" algn="ctr">
              <a:buNone/>
              <a:defRPr sz="1200"/>
            </a:lvl8pPr>
            <a:lvl9pPr marL="2743173" indent="0" algn="ctr">
              <a:buNone/>
              <a:defRPr sz="1200"/>
            </a:lvl9pPr>
          </a:lstStyle>
          <a:p>
            <a:r>
              <a:rPr lang="de-DE"/>
              <a:t>Untertitel Text durch Klicken hinzufügen</a:t>
            </a:r>
            <a:endParaRPr lang="de-DE" dirty="0"/>
          </a:p>
        </p:txBody>
      </p:sp>
      <p:sp>
        <p:nvSpPr>
          <p:cNvPr id="7" name="Bildplatzhalter 4">
            <a:extLst>
              <a:ext uri="{FF2B5EF4-FFF2-40B4-BE49-F238E27FC236}">
                <a16:creationId xmlns:a16="http://schemas.microsoft.com/office/drawing/2014/main" id="{B9FD99DC-C17A-49FB-8F13-40F41E801ABC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7049410" y="3459060"/>
            <a:ext cx="1548000" cy="1548000"/>
          </a:xfrm>
          <a:prstGeom prst="ellipse">
            <a:avLst/>
          </a:prstGeom>
          <a:solidFill>
            <a:schemeClr val="bg1"/>
          </a:solidFill>
        </p:spPr>
        <p:txBody>
          <a:bodyPr/>
          <a:lstStyle>
            <a:lvl1pPr marL="0" indent="0">
              <a:buFontTx/>
              <a:buNone/>
              <a:defRPr sz="900" baseline="0"/>
            </a:lvl1pPr>
          </a:lstStyle>
          <a:p>
            <a:r>
              <a:rPr lang="de-DE" dirty="0" err="1"/>
              <a:t>Sublogo</a:t>
            </a:r>
            <a:r>
              <a:rPr lang="de-DE" dirty="0"/>
              <a:t> einfügen</a:t>
            </a:r>
          </a:p>
        </p:txBody>
      </p:sp>
    </p:spTree>
    <p:extLst>
      <p:ext uri="{BB962C8B-B14F-4D97-AF65-F5344CB8AC3E}">
        <p14:creationId xmlns:p14="http://schemas.microsoft.com/office/powerpoint/2010/main" val="6568718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Institu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fik 28">
            <a:extLst>
              <a:ext uri="{FF2B5EF4-FFF2-40B4-BE49-F238E27FC236}">
                <a16:creationId xmlns:a16="http://schemas.microsoft.com/office/drawing/2014/main" id="{5434E774-7C72-48E0-B896-1C63AA7486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800" y="268958"/>
            <a:ext cx="2056867" cy="431998"/>
          </a:xfrm>
          <a:prstGeom prst="rect">
            <a:avLst/>
          </a:prstGeom>
        </p:spPr>
      </p:pic>
      <p:sp>
        <p:nvSpPr>
          <p:cNvPr id="9" name="Bildplatzhalter 8"/>
          <p:cNvSpPr>
            <a:spLocks noGrp="1"/>
          </p:cNvSpPr>
          <p:nvPr>
            <p:ph type="pic" sz="quarter" idx="10"/>
          </p:nvPr>
        </p:nvSpPr>
        <p:spPr>
          <a:xfrm>
            <a:off x="0" y="1266841"/>
            <a:ext cx="9144000" cy="3304800"/>
          </a:xfrm>
          <a:solidFill>
            <a:schemeClr val="bg1">
              <a:lumMod val="85000"/>
            </a:schemeClr>
          </a:solidFill>
        </p:spPr>
        <p:txBody>
          <a:bodyPr lIns="72000"/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16" name="Titel 2">
            <a:extLst>
              <a:ext uri="{FF2B5EF4-FFF2-40B4-BE49-F238E27FC236}">
                <a16:creationId xmlns:a16="http://schemas.microsoft.com/office/drawing/2014/main" id="{FCF15244-A895-48BB-9A90-27BC5159A1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26509" y="488684"/>
            <a:ext cx="3913200" cy="3913200"/>
          </a:xfrm>
          <a:prstGeom prst="ellipse">
            <a:avLst/>
          </a:prstGeom>
          <a:solidFill>
            <a:schemeClr val="accent1"/>
          </a:solidFill>
        </p:spPr>
        <p:txBody>
          <a:bodyPr vert="horz" wrap="square" lIns="0" tIns="0" rIns="0" bIns="1116000" rtlCol="0" anchor="b" anchorCtr="0">
            <a:noAutofit/>
          </a:bodyPr>
          <a:lstStyle>
            <a:lvl1pPr>
              <a:defRPr lang="en-GB" sz="2500" baseline="0" dirty="0">
                <a:solidFill>
                  <a:schemeClr val="tx1"/>
                </a:solidFill>
              </a:defRPr>
            </a:lvl1pPr>
          </a:lstStyle>
          <a:p>
            <a:pPr marL="0" lvl="0" indent="0"/>
            <a:r>
              <a:rPr lang="de-DE" dirty="0"/>
              <a:t>Studentisches Projekt – Text hinzufügen</a:t>
            </a:r>
            <a:endParaRPr lang="en-GB" dirty="0"/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FF9C1028-5CF0-4B0B-90F2-2CDD6683E1F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608866" y="2881993"/>
            <a:ext cx="3012621" cy="555172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>
                <a:solidFill>
                  <a:schemeClr val="tx1"/>
                </a:solidFill>
              </a:defRPr>
            </a:lvl1pPr>
            <a:lvl2pPr marL="342897" indent="0" algn="ctr">
              <a:buNone/>
              <a:defRPr sz="1500"/>
            </a:lvl2pPr>
            <a:lvl3pPr marL="685793" indent="0" algn="ctr">
              <a:buNone/>
              <a:defRPr sz="1350"/>
            </a:lvl3pPr>
            <a:lvl4pPr marL="1028690" indent="0" algn="ctr">
              <a:buNone/>
              <a:defRPr sz="1200"/>
            </a:lvl4pPr>
            <a:lvl5pPr marL="1371586" indent="0" algn="ctr">
              <a:buNone/>
              <a:defRPr sz="1200"/>
            </a:lvl5pPr>
            <a:lvl6pPr marL="1714483" indent="0" algn="ctr">
              <a:buNone/>
              <a:defRPr sz="1200"/>
            </a:lvl6pPr>
            <a:lvl7pPr marL="2057379" indent="0" algn="ctr">
              <a:buNone/>
              <a:defRPr sz="1200"/>
            </a:lvl7pPr>
            <a:lvl8pPr marL="2400276" indent="0" algn="ctr">
              <a:buNone/>
              <a:defRPr sz="1200"/>
            </a:lvl8pPr>
            <a:lvl9pPr marL="2743173" indent="0" algn="ctr">
              <a:buNone/>
              <a:defRPr sz="1200"/>
            </a:lvl9pPr>
          </a:lstStyle>
          <a:p>
            <a:r>
              <a:rPr lang="de-DE"/>
              <a:t>Untertitel Text durch Klicken hinzufügen</a:t>
            </a:r>
            <a:endParaRPr lang="de-DE" dirty="0"/>
          </a:p>
        </p:txBody>
      </p:sp>
      <p:sp>
        <p:nvSpPr>
          <p:cNvPr id="7" name="Bildplatzhalter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7298630" y="4694760"/>
            <a:ext cx="1415910" cy="330480"/>
          </a:xfrm>
        </p:spPr>
        <p:txBody>
          <a:bodyPr/>
          <a:lstStyle>
            <a:lvl1pPr marL="0" indent="0">
              <a:buFontTx/>
              <a:buNone/>
              <a:defRPr sz="1100" baseline="0"/>
            </a:lvl1pPr>
          </a:lstStyle>
          <a:p>
            <a:r>
              <a:rPr lang="de-DE" dirty="0" err="1"/>
              <a:t>Sublogo</a:t>
            </a:r>
            <a:r>
              <a:rPr lang="de-DE" dirty="0"/>
              <a:t> einfügen</a:t>
            </a:r>
          </a:p>
        </p:txBody>
      </p:sp>
    </p:spTree>
    <p:extLst>
      <p:ext uri="{BB962C8B-B14F-4D97-AF65-F5344CB8AC3E}">
        <p14:creationId xmlns:p14="http://schemas.microsoft.com/office/powerpoint/2010/main" val="34109044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785E028-F200-4ED8-8CC6-0D42239F97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 dirty="0"/>
          </a:p>
        </p:txBody>
      </p:sp>
      <p:sp>
        <p:nvSpPr>
          <p:cNvPr id="9" name="Textplatzhalter 7">
            <a:extLst>
              <a:ext uri="{FF2B5EF4-FFF2-40B4-BE49-F238E27FC236}">
                <a16:creationId xmlns:a16="http://schemas.microsoft.com/office/drawing/2014/main" id="{18B4599F-1F24-4FF7-8F3E-EDB79B1AB99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8000" y="576000"/>
            <a:ext cx="8244200" cy="277200"/>
          </a:xfrm>
        </p:spPr>
        <p:txBody>
          <a:bodyPr lIns="0" tIns="0" rIns="0" bIns="0"/>
          <a:lstStyle>
            <a:lvl1pPr marL="0" indent="0">
              <a:buNone/>
              <a:defRPr sz="1800" baseline="0"/>
            </a:lvl1pPr>
          </a:lstStyle>
          <a:p>
            <a:pPr lvl="0"/>
            <a:r>
              <a:rPr lang="de-DE" dirty="0"/>
              <a:t>Untertitel durch Klicken bearbeiten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0242457C-9D3C-4FB2-8270-7D88177089F0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de-DE"/>
              <a:t>25.01.2022</a:t>
            </a:r>
            <a:endParaRPr lang="en-US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7383F5EF-CAAC-4641-B67B-1065014BBAA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Name</a:t>
            </a:r>
            <a:endParaRPr lang="en-US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3E749999-41CA-45CD-9FE6-6B92C91AB08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9E82CC3C-1DC0-4FDA-9590-6CC506AB67F8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14507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2zeilig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el 14">
            <a:extLst>
              <a:ext uri="{FF2B5EF4-FFF2-40B4-BE49-F238E27FC236}">
                <a16:creationId xmlns:a16="http://schemas.microsoft.com/office/drawing/2014/main" id="{D0727A05-0C1A-4583-AE41-BB5812D3F6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 dirty="0"/>
          </a:p>
        </p:txBody>
      </p:sp>
      <p:sp>
        <p:nvSpPr>
          <p:cNvPr id="16" name="Textplatzhalter 7">
            <a:extLst>
              <a:ext uri="{FF2B5EF4-FFF2-40B4-BE49-F238E27FC236}">
                <a16:creationId xmlns:a16="http://schemas.microsoft.com/office/drawing/2014/main" id="{0DBE4A7F-2625-4844-8794-CF87BAE82F3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8000" y="576000"/>
            <a:ext cx="8244200" cy="277200"/>
          </a:xfrm>
        </p:spPr>
        <p:txBody>
          <a:bodyPr lIns="0" tIns="0" rIns="0" bIns="0"/>
          <a:lstStyle>
            <a:lvl1pPr marL="0" indent="0">
              <a:buNone/>
              <a:defRPr sz="1800" baseline="0"/>
            </a:lvl1pPr>
          </a:lstStyle>
          <a:p>
            <a:pPr lvl="0"/>
            <a:r>
              <a:rPr lang="de-DE" dirty="0"/>
              <a:t>Untertitel durch Klicken bearbeiten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6" y="1008000"/>
            <a:ext cx="8243887" cy="3706384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A4E952FD-FBF2-4577-AF41-5AD9E29FB18F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de-DE"/>
              <a:t>25.01.2022</a:t>
            </a:r>
            <a:endParaRPr lang="en-US" dirty="0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53FF78AB-8053-4D17-B97F-29F379970F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Name</a:t>
            </a:r>
            <a:endParaRPr lang="en-US" dirty="0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5C8B4244-AAEA-4C3A-BD78-5A6A389E6ED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9E82CC3C-1DC0-4FDA-9590-6CC506AB67F8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52840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Kapite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ihandform: Form 8">
            <a:extLst>
              <a:ext uri="{FF2B5EF4-FFF2-40B4-BE49-F238E27FC236}">
                <a16:creationId xmlns:a16="http://schemas.microsoft.com/office/drawing/2014/main" id="{989E6229-E650-4C0F-8141-1787714FDD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279949" y="0"/>
            <a:ext cx="6543725" cy="3533140"/>
          </a:xfrm>
          <a:custGeom>
            <a:avLst/>
            <a:gdLst>
              <a:gd name="connsiteX0" fmla="*/ 10560 w 6543725"/>
              <a:gd name="connsiteY0" fmla="*/ 0 h 3533140"/>
              <a:gd name="connsiteX1" fmla="*/ 6533165 w 6543725"/>
              <a:gd name="connsiteY1" fmla="*/ 0 h 3533140"/>
              <a:gd name="connsiteX2" fmla="*/ 6543725 w 6543725"/>
              <a:gd name="connsiteY2" fmla="*/ 261277 h 3533140"/>
              <a:gd name="connsiteX3" fmla="*/ 6532879 w 6543725"/>
              <a:gd name="connsiteY3" fmla="*/ 529622 h 3533140"/>
              <a:gd name="connsiteX4" fmla="*/ 6500902 w 6543725"/>
              <a:gd name="connsiteY4" fmla="*/ 791992 h 3533140"/>
              <a:gd name="connsiteX5" fmla="*/ 6448637 w 6543725"/>
              <a:gd name="connsiteY5" fmla="*/ 1047546 h 3533140"/>
              <a:gd name="connsiteX6" fmla="*/ 6376924 w 6543725"/>
              <a:gd name="connsiteY6" fmla="*/ 1295442 h 3533140"/>
              <a:gd name="connsiteX7" fmla="*/ 6286607 w 6543725"/>
              <a:gd name="connsiteY7" fmla="*/ 1534837 h 3533140"/>
              <a:gd name="connsiteX8" fmla="*/ 6178527 w 6543725"/>
              <a:gd name="connsiteY8" fmla="*/ 1764890 h 3533140"/>
              <a:gd name="connsiteX9" fmla="*/ 6053527 w 6543725"/>
              <a:gd name="connsiteY9" fmla="*/ 1984758 h 3533140"/>
              <a:gd name="connsiteX10" fmla="*/ 5912448 w 6543725"/>
              <a:gd name="connsiteY10" fmla="*/ 2193600 h 3533140"/>
              <a:gd name="connsiteX11" fmla="*/ 5756132 w 6543725"/>
              <a:gd name="connsiteY11" fmla="*/ 2390573 h 3533140"/>
              <a:gd name="connsiteX12" fmla="*/ 5585421 w 6543725"/>
              <a:gd name="connsiteY12" fmla="*/ 2574836 h 3533140"/>
              <a:gd name="connsiteX13" fmla="*/ 5401159 w 6543725"/>
              <a:gd name="connsiteY13" fmla="*/ 2745547 h 3533140"/>
              <a:gd name="connsiteX14" fmla="*/ 5204185 w 6543725"/>
              <a:gd name="connsiteY14" fmla="*/ 2901862 h 3533140"/>
              <a:gd name="connsiteX15" fmla="*/ 4995343 w 6543725"/>
              <a:gd name="connsiteY15" fmla="*/ 3042941 h 3533140"/>
              <a:gd name="connsiteX16" fmla="*/ 4775475 w 6543725"/>
              <a:gd name="connsiteY16" fmla="*/ 3167942 h 3533140"/>
              <a:gd name="connsiteX17" fmla="*/ 4545422 w 6543725"/>
              <a:gd name="connsiteY17" fmla="*/ 3276022 h 3533140"/>
              <a:gd name="connsiteX18" fmla="*/ 4306027 w 6543725"/>
              <a:gd name="connsiteY18" fmla="*/ 3366339 h 3533140"/>
              <a:gd name="connsiteX19" fmla="*/ 4058131 w 6543725"/>
              <a:gd name="connsiteY19" fmla="*/ 3438051 h 3533140"/>
              <a:gd name="connsiteX20" fmla="*/ 3802577 w 6543725"/>
              <a:gd name="connsiteY20" fmla="*/ 3490317 h 3533140"/>
              <a:gd name="connsiteX21" fmla="*/ 3540207 w 6543725"/>
              <a:gd name="connsiteY21" fmla="*/ 3522294 h 3533140"/>
              <a:gd name="connsiteX22" fmla="*/ 3271862 w 6543725"/>
              <a:gd name="connsiteY22" fmla="*/ 3533140 h 3533140"/>
              <a:gd name="connsiteX23" fmla="*/ 3003520 w 6543725"/>
              <a:gd name="connsiteY23" fmla="*/ 3522294 h 3533140"/>
              <a:gd name="connsiteX24" fmla="*/ 2741151 w 6543725"/>
              <a:gd name="connsiteY24" fmla="*/ 3490317 h 3533140"/>
              <a:gd name="connsiteX25" fmla="*/ 2485598 w 6543725"/>
              <a:gd name="connsiteY25" fmla="*/ 3438051 h 3533140"/>
              <a:gd name="connsiteX26" fmla="*/ 2237703 w 6543725"/>
              <a:gd name="connsiteY26" fmla="*/ 3366339 h 3533140"/>
              <a:gd name="connsiteX27" fmla="*/ 1998308 w 6543725"/>
              <a:gd name="connsiteY27" fmla="*/ 3276022 h 3533140"/>
              <a:gd name="connsiteX28" fmla="*/ 1768256 w 6543725"/>
              <a:gd name="connsiteY28" fmla="*/ 3167942 h 3533140"/>
              <a:gd name="connsiteX29" fmla="*/ 1548387 w 6543725"/>
              <a:gd name="connsiteY29" fmla="*/ 3042941 h 3533140"/>
              <a:gd name="connsiteX30" fmla="*/ 1339545 w 6543725"/>
              <a:gd name="connsiteY30" fmla="*/ 2901862 h 3533140"/>
              <a:gd name="connsiteX31" fmla="*/ 1142571 w 6543725"/>
              <a:gd name="connsiteY31" fmla="*/ 2745547 h 3533140"/>
              <a:gd name="connsiteX32" fmla="*/ 958308 w 6543725"/>
              <a:gd name="connsiteY32" fmla="*/ 2574836 h 3533140"/>
              <a:gd name="connsiteX33" fmla="*/ 787597 w 6543725"/>
              <a:gd name="connsiteY33" fmla="*/ 2390573 h 3533140"/>
              <a:gd name="connsiteX34" fmla="*/ 631281 w 6543725"/>
              <a:gd name="connsiteY34" fmla="*/ 2193600 h 3533140"/>
              <a:gd name="connsiteX35" fmla="*/ 490201 w 6543725"/>
              <a:gd name="connsiteY35" fmla="*/ 1984758 h 3533140"/>
              <a:gd name="connsiteX36" fmla="*/ 365200 w 6543725"/>
              <a:gd name="connsiteY36" fmla="*/ 1764890 h 3533140"/>
              <a:gd name="connsiteX37" fmla="*/ 257120 w 6543725"/>
              <a:gd name="connsiteY37" fmla="*/ 1534837 h 3533140"/>
              <a:gd name="connsiteX38" fmla="*/ 166802 w 6543725"/>
              <a:gd name="connsiteY38" fmla="*/ 1295442 h 3533140"/>
              <a:gd name="connsiteX39" fmla="*/ 95089 w 6543725"/>
              <a:gd name="connsiteY39" fmla="*/ 1047546 h 3533140"/>
              <a:gd name="connsiteX40" fmla="*/ 42823 w 6543725"/>
              <a:gd name="connsiteY40" fmla="*/ 791992 h 3533140"/>
              <a:gd name="connsiteX41" fmla="*/ 10846 w 6543725"/>
              <a:gd name="connsiteY41" fmla="*/ 529622 h 3533140"/>
              <a:gd name="connsiteX42" fmla="*/ 0 w 6543725"/>
              <a:gd name="connsiteY42" fmla="*/ 261277 h 3533140"/>
              <a:gd name="connsiteX43" fmla="*/ 10560 w 6543725"/>
              <a:gd name="connsiteY43" fmla="*/ 0 h 35331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6543725" h="3533140">
                <a:moveTo>
                  <a:pt x="10560" y="0"/>
                </a:moveTo>
                <a:lnTo>
                  <a:pt x="6533165" y="0"/>
                </a:lnTo>
                <a:lnTo>
                  <a:pt x="6543725" y="261277"/>
                </a:lnTo>
                <a:lnTo>
                  <a:pt x="6532879" y="529622"/>
                </a:lnTo>
                <a:lnTo>
                  <a:pt x="6500902" y="791992"/>
                </a:lnTo>
                <a:lnTo>
                  <a:pt x="6448637" y="1047546"/>
                </a:lnTo>
                <a:lnTo>
                  <a:pt x="6376924" y="1295442"/>
                </a:lnTo>
                <a:lnTo>
                  <a:pt x="6286607" y="1534837"/>
                </a:lnTo>
                <a:lnTo>
                  <a:pt x="6178527" y="1764890"/>
                </a:lnTo>
                <a:lnTo>
                  <a:pt x="6053527" y="1984758"/>
                </a:lnTo>
                <a:lnTo>
                  <a:pt x="5912448" y="2193600"/>
                </a:lnTo>
                <a:lnTo>
                  <a:pt x="5756132" y="2390573"/>
                </a:lnTo>
                <a:lnTo>
                  <a:pt x="5585421" y="2574836"/>
                </a:lnTo>
                <a:lnTo>
                  <a:pt x="5401159" y="2745547"/>
                </a:lnTo>
                <a:lnTo>
                  <a:pt x="5204185" y="2901862"/>
                </a:lnTo>
                <a:lnTo>
                  <a:pt x="4995343" y="3042941"/>
                </a:lnTo>
                <a:lnTo>
                  <a:pt x="4775475" y="3167942"/>
                </a:lnTo>
                <a:lnTo>
                  <a:pt x="4545422" y="3276022"/>
                </a:lnTo>
                <a:lnTo>
                  <a:pt x="4306027" y="3366339"/>
                </a:lnTo>
                <a:lnTo>
                  <a:pt x="4058131" y="3438051"/>
                </a:lnTo>
                <a:lnTo>
                  <a:pt x="3802577" y="3490317"/>
                </a:lnTo>
                <a:lnTo>
                  <a:pt x="3540207" y="3522294"/>
                </a:lnTo>
                <a:lnTo>
                  <a:pt x="3271862" y="3533140"/>
                </a:lnTo>
                <a:lnTo>
                  <a:pt x="3003520" y="3522294"/>
                </a:lnTo>
                <a:lnTo>
                  <a:pt x="2741151" y="3490317"/>
                </a:lnTo>
                <a:lnTo>
                  <a:pt x="2485598" y="3438051"/>
                </a:lnTo>
                <a:lnTo>
                  <a:pt x="2237703" y="3366339"/>
                </a:lnTo>
                <a:lnTo>
                  <a:pt x="1998308" y="3276022"/>
                </a:lnTo>
                <a:lnTo>
                  <a:pt x="1768256" y="3167942"/>
                </a:lnTo>
                <a:lnTo>
                  <a:pt x="1548387" y="3042941"/>
                </a:lnTo>
                <a:lnTo>
                  <a:pt x="1339545" y="2901862"/>
                </a:lnTo>
                <a:lnTo>
                  <a:pt x="1142571" y="2745547"/>
                </a:lnTo>
                <a:lnTo>
                  <a:pt x="958308" y="2574836"/>
                </a:lnTo>
                <a:lnTo>
                  <a:pt x="787597" y="2390573"/>
                </a:lnTo>
                <a:lnTo>
                  <a:pt x="631281" y="2193600"/>
                </a:lnTo>
                <a:lnTo>
                  <a:pt x="490201" y="1984758"/>
                </a:lnTo>
                <a:lnTo>
                  <a:pt x="365200" y="1764890"/>
                </a:lnTo>
                <a:lnTo>
                  <a:pt x="257120" y="1534837"/>
                </a:lnTo>
                <a:lnTo>
                  <a:pt x="166802" y="1295442"/>
                </a:lnTo>
                <a:lnTo>
                  <a:pt x="95089" y="1047546"/>
                </a:lnTo>
                <a:lnTo>
                  <a:pt x="42823" y="791992"/>
                </a:lnTo>
                <a:lnTo>
                  <a:pt x="10846" y="529622"/>
                </a:lnTo>
                <a:lnTo>
                  <a:pt x="0" y="261277"/>
                </a:lnTo>
                <a:lnTo>
                  <a:pt x="1056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2492756" y="566845"/>
            <a:ext cx="4118110" cy="199439"/>
          </a:xfrm>
        </p:spPr>
        <p:txBody>
          <a:bodyPr>
            <a:noAutofit/>
          </a:bodyPr>
          <a:lstStyle>
            <a:lvl1pPr marL="0" indent="0">
              <a:buNone/>
              <a:defRPr sz="1200" baseline="0">
                <a:solidFill>
                  <a:schemeClr val="tx1"/>
                </a:solidFill>
              </a:defRPr>
            </a:lvl1pPr>
            <a:lvl2pPr marL="342897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9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9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8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83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79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7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73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dirty="0"/>
              <a:t>Kapitel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92756" y="809999"/>
            <a:ext cx="4118110" cy="1853687"/>
          </a:xfrm>
          <a:prstGeom prst="rect">
            <a:avLst/>
          </a:prstGeo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7107618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Unterkapitel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2422803" y="1749602"/>
            <a:ext cx="3026729" cy="199439"/>
          </a:xfrm>
        </p:spPr>
        <p:txBody>
          <a:bodyPr>
            <a:noAutofit/>
          </a:bodyPr>
          <a:lstStyle>
            <a:lvl1pPr marL="0" indent="0">
              <a:buNone/>
              <a:defRPr sz="1200" baseline="0">
                <a:solidFill>
                  <a:schemeClr val="bg1"/>
                </a:solidFill>
              </a:defRPr>
            </a:lvl1pPr>
            <a:lvl2pPr marL="342897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9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9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8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83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79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7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73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dirty="0"/>
              <a:t>Unterkapitel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22802" y="2025000"/>
            <a:ext cx="5526581" cy="810000"/>
          </a:xfrm>
          <a:prstGeom prst="rect">
            <a:avLst/>
          </a:prstGeom>
        </p:spPr>
        <p:txBody>
          <a:bodyPr anchor="t" anchorCtr="0"/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1782612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ita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ihandform: Form 9">
            <a:extLst>
              <a:ext uri="{FF2B5EF4-FFF2-40B4-BE49-F238E27FC236}">
                <a16:creationId xmlns:a16="http://schemas.microsoft.com/office/drawing/2014/main" id="{15285CE5-013A-4554-99D3-E6E1B75307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9255" y="-1"/>
            <a:ext cx="7842289" cy="4234271"/>
          </a:xfrm>
          <a:custGeom>
            <a:avLst/>
            <a:gdLst>
              <a:gd name="connsiteX0" fmla="*/ 10560 w 6543725"/>
              <a:gd name="connsiteY0" fmla="*/ 0 h 3533140"/>
              <a:gd name="connsiteX1" fmla="*/ 6533165 w 6543725"/>
              <a:gd name="connsiteY1" fmla="*/ 0 h 3533140"/>
              <a:gd name="connsiteX2" fmla="*/ 6543725 w 6543725"/>
              <a:gd name="connsiteY2" fmla="*/ 261277 h 3533140"/>
              <a:gd name="connsiteX3" fmla="*/ 6532879 w 6543725"/>
              <a:gd name="connsiteY3" fmla="*/ 529622 h 3533140"/>
              <a:gd name="connsiteX4" fmla="*/ 6500902 w 6543725"/>
              <a:gd name="connsiteY4" fmla="*/ 791992 h 3533140"/>
              <a:gd name="connsiteX5" fmla="*/ 6448637 w 6543725"/>
              <a:gd name="connsiteY5" fmla="*/ 1047546 h 3533140"/>
              <a:gd name="connsiteX6" fmla="*/ 6376924 w 6543725"/>
              <a:gd name="connsiteY6" fmla="*/ 1295442 h 3533140"/>
              <a:gd name="connsiteX7" fmla="*/ 6286607 w 6543725"/>
              <a:gd name="connsiteY7" fmla="*/ 1534837 h 3533140"/>
              <a:gd name="connsiteX8" fmla="*/ 6178527 w 6543725"/>
              <a:gd name="connsiteY8" fmla="*/ 1764890 h 3533140"/>
              <a:gd name="connsiteX9" fmla="*/ 6053527 w 6543725"/>
              <a:gd name="connsiteY9" fmla="*/ 1984758 h 3533140"/>
              <a:gd name="connsiteX10" fmla="*/ 5912448 w 6543725"/>
              <a:gd name="connsiteY10" fmla="*/ 2193600 h 3533140"/>
              <a:gd name="connsiteX11" fmla="*/ 5756132 w 6543725"/>
              <a:gd name="connsiteY11" fmla="*/ 2390573 h 3533140"/>
              <a:gd name="connsiteX12" fmla="*/ 5585421 w 6543725"/>
              <a:gd name="connsiteY12" fmla="*/ 2574836 h 3533140"/>
              <a:gd name="connsiteX13" fmla="*/ 5401159 w 6543725"/>
              <a:gd name="connsiteY13" fmla="*/ 2745547 h 3533140"/>
              <a:gd name="connsiteX14" fmla="*/ 5204185 w 6543725"/>
              <a:gd name="connsiteY14" fmla="*/ 2901862 h 3533140"/>
              <a:gd name="connsiteX15" fmla="*/ 4995343 w 6543725"/>
              <a:gd name="connsiteY15" fmla="*/ 3042941 h 3533140"/>
              <a:gd name="connsiteX16" fmla="*/ 4775475 w 6543725"/>
              <a:gd name="connsiteY16" fmla="*/ 3167942 h 3533140"/>
              <a:gd name="connsiteX17" fmla="*/ 4545422 w 6543725"/>
              <a:gd name="connsiteY17" fmla="*/ 3276022 h 3533140"/>
              <a:gd name="connsiteX18" fmla="*/ 4306027 w 6543725"/>
              <a:gd name="connsiteY18" fmla="*/ 3366339 h 3533140"/>
              <a:gd name="connsiteX19" fmla="*/ 4058131 w 6543725"/>
              <a:gd name="connsiteY19" fmla="*/ 3438051 h 3533140"/>
              <a:gd name="connsiteX20" fmla="*/ 3802577 w 6543725"/>
              <a:gd name="connsiteY20" fmla="*/ 3490317 h 3533140"/>
              <a:gd name="connsiteX21" fmla="*/ 3540207 w 6543725"/>
              <a:gd name="connsiteY21" fmla="*/ 3522294 h 3533140"/>
              <a:gd name="connsiteX22" fmla="*/ 3271862 w 6543725"/>
              <a:gd name="connsiteY22" fmla="*/ 3533140 h 3533140"/>
              <a:gd name="connsiteX23" fmla="*/ 3003520 w 6543725"/>
              <a:gd name="connsiteY23" fmla="*/ 3522294 h 3533140"/>
              <a:gd name="connsiteX24" fmla="*/ 2741151 w 6543725"/>
              <a:gd name="connsiteY24" fmla="*/ 3490317 h 3533140"/>
              <a:gd name="connsiteX25" fmla="*/ 2485598 w 6543725"/>
              <a:gd name="connsiteY25" fmla="*/ 3438051 h 3533140"/>
              <a:gd name="connsiteX26" fmla="*/ 2237703 w 6543725"/>
              <a:gd name="connsiteY26" fmla="*/ 3366339 h 3533140"/>
              <a:gd name="connsiteX27" fmla="*/ 1998308 w 6543725"/>
              <a:gd name="connsiteY27" fmla="*/ 3276022 h 3533140"/>
              <a:gd name="connsiteX28" fmla="*/ 1768256 w 6543725"/>
              <a:gd name="connsiteY28" fmla="*/ 3167942 h 3533140"/>
              <a:gd name="connsiteX29" fmla="*/ 1548387 w 6543725"/>
              <a:gd name="connsiteY29" fmla="*/ 3042941 h 3533140"/>
              <a:gd name="connsiteX30" fmla="*/ 1339545 w 6543725"/>
              <a:gd name="connsiteY30" fmla="*/ 2901862 h 3533140"/>
              <a:gd name="connsiteX31" fmla="*/ 1142571 w 6543725"/>
              <a:gd name="connsiteY31" fmla="*/ 2745547 h 3533140"/>
              <a:gd name="connsiteX32" fmla="*/ 958308 w 6543725"/>
              <a:gd name="connsiteY32" fmla="*/ 2574836 h 3533140"/>
              <a:gd name="connsiteX33" fmla="*/ 787597 w 6543725"/>
              <a:gd name="connsiteY33" fmla="*/ 2390573 h 3533140"/>
              <a:gd name="connsiteX34" fmla="*/ 631281 w 6543725"/>
              <a:gd name="connsiteY34" fmla="*/ 2193600 h 3533140"/>
              <a:gd name="connsiteX35" fmla="*/ 490201 w 6543725"/>
              <a:gd name="connsiteY35" fmla="*/ 1984758 h 3533140"/>
              <a:gd name="connsiteX36" fmla="*/ 365200 w 6543725"/>
              <a:gd name="connsiteY36" fmla="*/ 1764890 h 3533140"/>
              <a:gd name="connsiteX37" fmla="*/ 257120 w 6543725"/>
              <a:gd name="connsiteY37" fmla="*/ 1534837 h 3533140"/>
              <a:gd name="connsiteX38" fmla="*/ 166802 w 6543725"/>
              <a:gd name="connsiteY38" fmla="*/ 1295442 h 3533140"/>
              <a:gd name="connsiteX39" fmla="*/ 95089 w 6543725"/>
              <a:gd name="connsiteY39" fmla="*/ 1047546 h 3533140"/>
              <a:gd name="connsiteX40" fmla="*/ 42823 w 6543725"/>
              <a:gd name="connsiteY40" fmla="*/ 791992 h 3533140"/>
              <a:gd name="connsiteX41" fmla="*/ 10846 w 6543725"/>
              <a:gd name="connsiteY41" fmla="*/ 529622 h 3533140"/>
              <a:gd name="connsiteX42" fmla="*/ 0 w 6543725"/>
              <a:gd name="connsiteY42" fmla="*/ 261277 h 3533140"/>
              <a:gd name="connsiteX43" fmla="*/ 10560 w 6543725"/>
              <a:gd name="connsiteY43" fmla="*/ 0 h 35331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6543725" h="3533140">
                <a:moveTo>
                  <a:pt x="10560" y="0"/>
                </a:moveTo>
                <a:lnTo>
                  <a:pt x="6533165" y="0"/>
                </a:lnTo>
                <a:lnTo>
                  <a:pt x="6543725" y="261277"/>
                </a:lnTo>
                <a:lnTo>
                  <a:pt x="6532879" y="529622"/>
                </a:lnTo>
                <a:lnTo>
                  <a:pt x="6500902" y="791992"/>
                </a:lnTo>
                <a:lnTo>
                  <a:pt x="6448637" y="1047546"/>
                </a:lnTo>
                <a:lnTo>
                  <a:pt x="6376924" y="1295442"/>
                </a:lnTo>
                <a:lnTo>
                  <a:pt x="6286607" y="1534837"/>
                </a:lnTo>
                <a:lnTo>
                  <a:pt x="6178527" y="1764890"/>
                </a:lnTo>
                <a:lnTo>
                  <a:pt x="6053527" y="1984758"/>
                </a:lnTo>
                <a:lnTo>
                  <a:pt x="5912448" y="2193600"/>
                </a:lnTo>
                <a:lnTo>
                  <a:pt x="5756132" y="2390573"/>
                </a:lnTo>
                <a:lnTo>
                  <a:pt x="5585421" y="2574836"/>
                </a:lnTo>
                <a:lnTo>
                  <a:pt x="5401159" y="2745547"/>
                </a:lnTo>
                <a:lnTo>
                  <a:pt x="5204185" y="2901862"/>
                </a:lnTo>
                <a:lnTo>
                  <a:pt x="4995343" y="3042941"/>
                </a:lnTo>
                <a:lnTo>
                  <a:pt x="4775475" y="3167942"/>
                </a:lnTo>
                <a:lnTo>
                  <a:pt x="4545422" y="3276022"/>
                </a:lnTo>
                <a:lnTo>
                  <a:pt x="4306027" y="3366339"/>
                </a:lnTo>
                <a:lnTo>
                  <a:pt x="4058131" y="3438051"/>
                </a:lnTo>
                <a:lnTo>
                  <a:pt x="3802577" y="3490317"/>
                </a:lnTo>
                <a:lnTo>
                  <a:pt x="3540207" y="3522294"/>
                </a:lnTo>
                <a:lnTo>
                  <a:pt x="3271862" y="3533140"/>
                </a:lnTo>
                <a:lnTo>
                  <a:pt x="3003520" y="3522294"/>
                </a:lnTo>
                <a:lnTo>
                  <a:pt x="2741151" y="3490317"/>
                </a:lnTo>
                <a:lnTo>
                  <a:pt x="2485598" y="3438051"/>
                </a:lnTo>
                <a:lnTo>
                  <a:pt x="2237703" y="3366339"/>
                </a:lnTo>
                <a:lnTo>
                  <a:pt x="1998308" y="3276022"/>
                </a:lnTo>
                <a:lnTo>
                  <a:pt x="1768256" y="3167942"/>
                </a:lnTo>
                <a:lnTo>
                  <a:pt x="1548387" y="3042941"/>
                </a:lnTo>
                <a:lnTo>
                  <a:pt x="1339545" y="2901862"/>
                </a:lnTo>
                <a:lnTo>
                  <a:pt x="1142571" y="2745547"/>
                </a:lnTo>
                <a:lnTo>
                  <a:pt x="958308" y="2574836"/>
                </a:lnTo>
                <a:lnTo>
                  <a:pt x="787597" y="2390573"/>
                </a:lnTo>
                <a:lnTo>
                  <a:pt x="631281" y="2193600"/>
                </a:lnTo>
                <a:lnTo>
                  <a:pt x="490201" y="1984758"/>
                </a:lnTo>
                <a:lnTo>
                  <a:pt x="365200" y="1764890"/>
                </a:lnTo>
                <a:lnTo>
                  <a:pt x="257120" y="1534837"/>
                </a:lnTo>
                <a:lnTo>
                  <a:pt x="166802" y="1295442"/>
                </a:lnTo>
                <a:lnTo>
                  <a:pt x="95089" y="1047546"/>
                </a:lnTo>
                <a:lnTo>
                  <a:pt x="42823" y="791992"/>
                </a:lnTo>
                <a:lnTo>
                  <a:pt x="10846" y="529622"/>
                </a:lnTo>
                <a:lnTo>
                  <a:pt x="0" y="261277"/>
                </a:lnTo>
                <a:lnTo>
                  <a:pt x="1056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600" dirty="0"/>
          </a:p>
        </p:txBody>
      </p:sp>
      <p:sp>
        <p:nvSpPr>
          <p:cNvPr id="6" name="object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5700215" y="2594272"/>
            <a:ext cx="2049145" cy="2048400"/>
          </a:xfrm>
          <a:custGeom>
            <a:avLst/>
            <a:gdLst/>
            <a:ahLst/>
            <a:cxnLst/>
            <a:rect l="l" t="t" r="r" b="b"/>
            <a:pathLst>
              <a:path w="2049145" h="2049145">
                <a:moveTo>
                  <a:pt x="1024432" y="0"/>
                </a:moveTo>
                <a:lnTo>
                  <a:pt x="940414" y="3395"/>
                </a:lnTo>
                <a:lnTo>
                  <a:pt x="858266" y="13407"/>
                </a:lnTo>
                <a:lnTo>
                  <a:pt x="778251" y="29772"/>
                </a:lnTo>
                <a:lnTo>
                  <a:pt x="700635" y="52225"/>
                </a:lnTo>
                <a:lnTo>
                  <a:pt x="625679" y="80504"/>
                </a:lnTo>
                <a:lnTo>
                  <a:pt x="553649" y="114344"/>
                </a:lnTo>
                <a:lnTo>
                  <a:pt x="484808" y="153482"/>
                </a:lnTo>
                <a:lnTo>
                  <a:pt x="419418" y="197654"/>
                </a:lnTo>
                <a:lnTo>
                  <a:pt x="357745" y="246597"/>
                </a:lnTo>
                <a:lnTo>
                  <a:pt x="300051" y="300047"/>
                </a:lnTo>
                <a:lnTo>
                  <a:pt x="246601" y="357740"/>
                </a:lnTo>
                <a:lnTo>
                  <a:pt x="197657" y="419413"/>
                </a:lnTo>
                <a:lnTo>
                  <a:pt x="153485" y="484802"/>
                </a:lnTo>
                <a:lnTo>
                  <a:pt x="114346" y="553644"/>
                </a:lnTo>
                <a:lnTo>
                  <a:pt x="80505" y="625674"/>
                </a:lnTo>
                <a:lnTo>
                  <a:pt x="52226" y="700630"/>
                </a:lnTo>
                <a:lnTo>
                  <a:pt x="29773" y="778247"/>
                </a:lnTo>
                <a:lnTo>
                  <a:pt x="13408" y="858262"/>
                </a:lnTo>
                <a:lnTo>
                  <a:pt x="3396" y="940412"/>
                </a:lnTo>
                <a:lnTo>
                  <a:pt x="0" y="1024432"/>
                </a:lnTo>
                <a:lnTo>
                  <a:pt x="3396" y="1108453"/>
                </a:lnTo>
                <a:lnTo>
                  <a:pt x="13408" y="1190602"/>
                </a:lnTo>
                <a:lnTo>
                  <a:pt x="29773" y="1270617"/>
                </a:lnTo>
                <a:lnTo>
                  <a:pt x="52226" y="1348235"/>
                </a:lnTo>
                <a:lnTo>
                  <a:pt x="80505" y="1423190"/>
                </a:lnTo>
                <a:lnTo>
                  <a:pt x="114346" y="1495221"/>
                </a:lnTo>
                <a:lnTo>
                  <a:pt x="153485" y="1564063"/>
                </a:lnTo>
                <a:lnTo>
                  <a:pt x="197657" y="1629452"/>
                </a:lnTo>
                <a:lnTo>
                  <a:pt x="246601" y="1691125"/>
                </a:lnTo>
                <a:lnTo>
                  <a:pt x="300051" y="1748818"/>
                </a:lnTo>
                <a:lnTo>
                  <a:pt x="357745" y="1802268"/>
                </a:lnTo>
                <a:lnTo>
                  <a:pt x="419418" y="1851211"/>
                </a:lnTo>
                <a:lnTo>
                  <a:pt x="484808" y="1895383"/>
                </a:lnTo>
                <a:lnTo>
                  <a:pt x="553649" y="1934521"/>
                </a:lnTo>
                <a:lnTo>
                  <a:pt x="625679" y="1968361"/>
                </a:lnTo>
                <a:lnTo>
                  <a:pt x="700635" y="1996639"/>
                </a:lnTo>
                <a:lnTo>
                  <a:pt x="778251" y="2019093"/>
                </a:lnTo>
                <a:lnTo>
                  <a:pt x="858266" y="2035457"/>
                </a:lnTo>
                <a:lnTo>
                  <a:pt x="940414" y="2045469"/>
                </a:lnTo>
                <a:lnTo>
                  <a:pt x="1024432" y="2048865"/>
                </a:lnTo>
                <a:lnTo>
                  <a:pt x="1108453" y="2045469"/>
                </a:lnTo>
                <a:lnTo>
                  <a:pt x="1190602" y="2035457"/>
                </a:lnTo>
                <a:lnTo>
                  <a:pt x="1270617" y="2019093"/>
                </a:lnTo>
                <a:lnTo>
                  <a:pt x="1348235" y="1996639"/>
                </a:lnTo>
                <a:lnTo>
                  <a:pt x="1423190" y="1968361"/>
                </a:lnTo>
                <a:lnTo>
                  <a:pt x="1495221" y="1934521"/>
                </a:lnTo>
                <a:lnTo>
                  <a:pt x="1564063" y="1895383"/>
                </a:lnTo>
                <a:lnTo>
                  <a:pt x="1629452" y="1851211"/>
                </a:lnTo>
                <a:lnTo>
                  <a:pt x="1691125" y="1802268"/>
                </a:lnTo>
                <a:lnTo>
                  <a:pt x="1748818" y="1748818"/>
                </a:lnTo>
                <a:lnTo>
                  <a:pt x="1802268" y="1691125"/>
                </a:lnTo>
                <a:lnTo>
                  <a:pt x="1851211" y="1629452"/>
                </a:lnTo>
                <a:lnTo>
                  <a:pt x="1895383" y="1564063"/>
                </a:lnTo>
                <a:lnTo>
                  <a:pt x="1934521" y="1495221"/>
                </a:lnTo>
                <a:lnTo>
                  <a:pt x="1968361" y="1423190"/>
                </a:lnTo>
                <a:lnTo>
                  <a:pt x="1996639" y="1348235"/>
                </a:lnTo>
                <a:lnTo>
                  <a:pt x="2019093" y="1270617"/>
                </a:lnTo>
                <a:lnTo>
                  <a:pt x="2035457" y="1190602"/>
                </a:lnTo>
                <a:lnTo>
                  <a:pt x="2045469" y="1108453"/>
                </a:lnTo>
                <a:lnTo>
                  <a:pt x="2048865" y="1024432"/>
                </a:lnTo>
                <a:lnTo>
                  <a:pt x="2045469" y="940412"/>
                </a:lnTo>
                <a:lnTo>
                  <a:pt x="2035457" y="858262"/>
                </a:lnTo>
                <a:lnTo>
                  <a:pt x="2019093" y="778247"/>
                </a:lnTo>
                <a:lnTo>
                  <a:pt x="1996639" y="700630"/>
                </a:lnTo>
                <a:lnTo>
                  <a:pt x="1968361" y="625674"/>
                </a:lnTo>
                <a:lnTo>
                  <a:pt x="1934521" y="553644"/>
                </a:lnTo>
                <a:lnTo>
                  <a:pt x="1895383" y="484802"/>
                </a:lnTo>
                <a:lnTo>
                  <a:pt x="1851211" y="419413"/>
                </a:lnTo>
                <a:lnTo>
                  <a:pt x="1802268" y="357740"/>
                </a:lnTo>
                <a:lnTo>
                  <a:pt x="1748818" y="300047"/>
                </a:lnTo>
                <a:lnTo>
                  <a:pt x="1691125" y="246597"/>
                </a:lnTo>
                <a:lnTo>
                  <a:pt x="1629452" y="197654"/>
                </a:lnTo>
                <a:lnTo>
                  <a:pt x="1564063" y="153482"/>
                </a:lnTo>
                <a:lnTo>
                  <a:pt x="1495221" y="114344"/>
                </a:lnTo>
                <a:lnTo>
                  <a:pt x="1423190" y="80504"/>
                </a:lnTo>
                <a:lnTo>
                  <a:pt x="1348235" y="52225"/>
                </a:lnTo>
                <a:lnTo>
                  <a:pt x="1270617" y="29772"/>
                </a:lnTo>
                <a:lnTo>
                  <a:pt x="1190602" y="13407"/>
                </a:lnTo>
                <a:lnTo>
                  <a:pt x="1108453" y="3395"/>
                </a:lnTo>
                <a:lnTo>
                  <a:pt x="102443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lang="de-DE" sz="1404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0B21D629-C43C-4D84-9C1B-3D969EC17A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36172" t="52913" r="38079" b="30629"/>
          <a:stretch/>
        </p:blipFill>
        <p:spPr>
          <a:xfrm>
            <a:off x="6038986" y="3139196"/>
            <a:ext cx="1234977" cy="973953"/>
          </a:xfrm>
          <a:prstGeom prst="rect">
            <a:avLst/>
          </a:prstGeom>
        </p:spPr>
      </p:pic>
      <p:sp>
        <p:nvSpPr>
          <p:cNvPr id="9" name="Textplatzhalter 8"/>
          <p:cNvSpPr>
            <a:spLocks noGrp="1"/>
          </p:cNvSpPr>
          <p:nvPr>
            <p:ph type="body" sz="quarter" idx="13" hasCustomPrompt="1"/>
          </p:nvPr>
        </p:nvSpPr>
        <p:spPr>
          <a:xfrm>
            <a:off x="1695600" y="646043"/>
            <a:ext cx="4834626" cy="1863405"/>
          </a:xfrm>
        </p:spPr>
        <p:txBody>
          <a:bodyPr anchor="b" anchorCtr="0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 baseline="0">
                <a:solidFill>
                  <a:schemeClr val="bg1"/>
                </a:solidFill>
              </a:defRPr>
            </a:lvl1pPr>
            <a:lvl2pPr>
              <a:defRPr sz="3400" b="1">
                <a:solidFill>
                  <a:schemeClr val="bg1"/>
                </a:solidFill>
              </a:defRPr>
            </a:lvl2pPr>
            <a:lvl3pPr>
              <a:defRPr sz="3400" b="1">
                <a:solidFill>
                  <a:schemeClr val="bg1"/>
                </a:solidFill>
              </a:defRPr>
            </a:lvl3pPr>
            <a:lvl4pPr>
              <a:defRPr sz="3400" b="1">
                <a:solidFill>
                  <a:schemeClr val="bg1"/>
                </a:solidFill>
              </a:defRPr>
            </a:lvl4pPr>
            <a:lvl5pPr>
              <a:defRPr sz="3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Zitat durch Klicken hinzufügen</a:t>
            </a:r>
          </a:p>
        </p:txBody>
      </p:sp>
      <p:sp>
        <p:nvSpPr>
          <p:cNvPr id="11" name="Textplatzhalt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1695603" y="2721601"/>
            <a:ext cx="3805721" cy="417595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Name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2111053-94BB-4520-8818-244881CED8F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de-DE"/>
              <a:t>25.01.2022</a:t>
            </a:r>
            <a:endParaRPr lang="en-US" dirty="0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356A58A5-F10E-48C5-87D0-D9A22AC3129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Name</a:t>
            </a:r>
            <a:endParaRPr lang="en-US" dirty="0"/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1E9EA5DE-7734-447C-8083-D6EB59C0CB2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9E82CC3C-1DC0-4FDA-9590-6CC506AB67F8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3766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 8">
            <a:extLst>
              <a:ext uri="{FF2B5EF4-FFF2-40B4-BE49-F238E27FC236}">
                <a16:creationId xmlns:a16="http://schemas.microsoft.com/office/drawing/2014/main" id="{622D3E87-4D5E-42EE-BFAA-DEFADCE54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 dirty="0"/>
          </a:p>
        </p:txBody>
      </p:sp>
      <p:sp>
        <p:nvSpPr>
          <p:cNvPr id="10" name="Textplatzhalter 7">
            <a:extLst>
              <a:ext uri="{FF2B5EF4-FFF2-40B4-BE49-F238E27FC236}">
                <a16:creationId xmlns:a16="http://schemas.microsoft.com/office/drawing/2014/main" id="{5900F60D-1768-48E3-A1B5-14BBCB67FE0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8000" y="576000"/>
            <a:ext cx="8244200" cy="277200"/>
          </a:xfrm>
        </p:spPr>
        <p:txBody>
          <a:bodyPr lIns="0" tIns="0" rIns="0" bIns="0"/>
          <a:lstStyle>
            <a:lvl1pPr marL="0" indent="0">
              <a:buNone/>
              <a:defRPr sz="1800" baseline="0"/>
            </a:lvl1pPr>
          </a:lstStyle>
          <a:p>
            <a:pPr lvl="0"/>
            <a:r>
              <a:rPr lang="de-DE" dirty="0"/>
              <a:t>Untertitel durch Klicken bearbeiten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000" y="1008000"/>
            <a:ext cx="3960000" cy="37080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52200" y="1008000"/>
            <a:ext cx="3960000" cy="37080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A260309C-2D7F-418A-A146-28F2BABE44D4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de-DE"/>
              <a:t>25.01.2022</a:t>
            </a:r>
            <a:endParaRPr lang="en-US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7BB61029-35B6-4EE6-ADFE-E3328CB1855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Name</a:t>
            </a:r>
            <a:endParaRPr lang="en-US" dirty="0"/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231D193C-8F82-48D1-B265-7606340C4D1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9E82CC3C-1DC0-4FDA-9590-6CC506AB67F8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66242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65E59DF-9C98-443E-93E0-C25D5A93D3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 dirty="0"/>
          </a:p>
        </p:txBody>
      </p:sp>
      <p:sp>
        <p:nvSpPr>
          <p:cNvPr id="12" name="Textplatzhalter 7">
            <a:extLst>
              <a:ext uri="{FF2B5EF4-FFF2-40B4-BE49-F238E27FC236}">
                <a16:creationId xmlns:a16="http://schemas.microsoft.com/office/drawing/2014/main" id="{2FF756D6-45BE-4CA9-8D73-7DC21CF7EB0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8000" y="576000"/>
            <a:ext cx="8244200" cy="277200"/>
          </a:xfrm>
        </p:spPr>
        <p:txBody>
          <a:bodyPr lIns="0" tIns="0" rIns="0" bIns="0"/>
          <a:lstStyle>
            <a:lvl1pPr marL="0" indent="0">
              <a:buNone/>
              <a:defRPr sz="1800" baseline="0"/>
            </a:lvl1pPr>
          </a:lstStyle>
          <a:p>
            <a:pPr lvl="0"/>
            <a:r>
              <a:rPr lang="de-DE" dirty="0"/>
              <a:t>Untertitel durch Klicken bearbeiten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008000"/>
            <a:ext cx="3960000" cy="215233"/>
          </a:xfrm>
        </p:spPr>
        <p:txBody>
          <a:bodyPr anchor="b"/>
          <a:lstStyle>
            <a:lvl1pPr marL="0" indent="0">
              <a:buNone/>
              <a:defRPr sz="1400" b="0" cap="all" baseline="0">
                <a:solidFill>
                  <a:schemeClr val="accent1"/>
                </a:solidFill>
              </a:defRPr>
            </a:lvl1pPr>
            <a:lvl2pPr marL="342897" indent="0">
              <a:buNone/>
              <a:defRPr sz="1500" b="1"/>
            </a:lvl2pPr>
            <a:lvl3pPr marL="685793" indent="0">
              <a:buNone/>
              <a:defRPr sz="1350" b="1"/>
            </a:lvl3pPr>
            <a:lvl4pPr marL="1028690" indent="0">
              <a:buNone/>
              <a:defRPr sz="1200" b="1"/>
            </a:lvl4pPr>
            <a:lvl5pPr marL="1371586" indent="0">
              <a:buNone/>
              <a:defRPr sz="1200" b="1"/>
            </a:lvl5pPr>
            <a:lvl6pPr marL="1714483" indent="0">
              <a:buNone/>
              <a:defRPr sz="1200" b="1"/>
            </a:lvl6pPr>
            <a:lvl7pPr marL="2057379" indent="0">
              <a:buNone/>
              <a:defRPr sz="1200" b="1"/>
            </a:lvl7pPr>
            <a:lvl8pPr marL="2400276" indent="0">
              <a:buNone/>
              <a:defRPr sz="1200" b="1"/>
            </a:lvl8pPr>
            <a:lvl9pPr marL="2743173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8000" y="1296000"/>
            <a:ext cx="3960000" cy="34200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4"/>
          </p:nvPr>
        </p:nvSpPr>
        <p:spPr>
          <a:xfrm>
            <a:off x="4752200" y="1008000"/>
            <a:ext cx="3960000" cy="215233"/>
          </a:xfrm>
        </p:spPr>
        <p:txBody>
          <a:bodyPr anchor="b"/>
          <a:lstStyle>
            <a:lvl1pPr marL="0" indent="0">
              <a:buNone/>
              <a:defRPr sz="1400" b="0" cap="all" baseline="0">
                <a:solidFill>
                  <a:schemeClr val="accent1"/>
                </a:solidFill>
              </a:defRPr>
            </a:lvl1pPr>
            <a:lvl2pPr marL="342897" indent="0">
              <a:buNone/>
              <a:defRPr sz="1500" b="1"/>
            </a:lvl2pPr>
            <a:lvl3pPr marL="685793" indent="0">
              <a:buNone/>
              <a:defRPr sz="1350" b="1"/>
            </a:lvl3pPr>
            <a:lvl4pPr marL="1028690" indent="0">
              <a:buNone/>
              <a:defRPr sz="1200" b="1"/>
            </a:lvl4pPr>
            <a:lvl5pPr marL="1371586" indent="0">
              <a:buNone/>
              <a:defRPr sz="1200" b="1"/>
            </a:lvl5pPr>
            <a:lvl6pPr marL="1714483" indent="0">
              <a:buNone/>
              <a:defRPr sz="1200" b="1"/>
            </a:lvl6pPr>
            <a:lvl7pPr marL="2057379" indent="0">
              <a:buNone/>
              <a:defRPr sz="1200" b="1"/>
            </a:lvl7pPr>
            <a:lvl8pPr marL="2400276" indent="0">
              <a:buNone/>
              <a:defRPr sz="1200" b="1"/>
            </a:lvl8pPr>
            <a:lvl9pPr marL="2743173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5" name="Content Placeholder 3"/>
          <p:cNvSpPr>
            <a:spLocks noGrp="1"/>
          </p:cNvSpPr>
          <p:nvPr>
            <p:ph sz="half" idx="15"/>
          </p:nvPr>
        </p:nvSpPr>
        <p:spPr>
          <a:xfrm>
            <a:off x="4752200" y="1296000"/>
            <a:ext cx="3960000" cy="34200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D4168E6-AD2D-4177-9421-221B77F2B1D9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de-DE"/>
              <a:t>25.01.2022</a:t>
            </a:r>
            <a:endParaRPr lang="en-US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C83031A-232D-49F0-8998-AC39181552C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Name</a:t>
            </a:r>
            <a:endParaRPr lang="en-US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B12DD851-A21E-4670-8793-679D5E638F37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9E82CC3C-1DC0-4FDA-9590-6CC506AB67F8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24605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und Bilder vertik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03E3249F-FD38-4D4D-9020-0251E0AF59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 dirty="0"/>
          </a:p>
        </p:txBody>
      </p:sp>
      <p:sp>
        <p:nvSpPr>
          <p:cNvPr id="15" name="Textplatzhalter 7">
            <a:extLst>
              <a:ext uri="{FF2B5EF4-FFF2-40B4-BE49-F238E27FC236}">
                <a16:creationId xmlns:a16="http://schemas.microsoft.com/office/drawing/2014/main" id="{5501507C-4075-4224-82B8-ACF0E98687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8000" y="576000"/>
            <a:ext cx="8244200" cy="277200"/>
          </a:xfrm>
        </p:spPr>
        <p:txBody>
          <a:bodyPr lIns="0" tIns="0" rIns="0" bIns="0"/>
          <a:lstStyle>
            <a:lvl1pPr marL="0" indent="0">
              <a:buNone/>
              <a:defRPr sz="1800" baseline="0"/>
            </a:lvl1pPr>
          </a:lstStyle>
          <a:p>
            <a:pPr lvl="0"/>
            <a:r>
              <a:rPr lang="de-DE" dirty="0"/>
              <a:t>Untertitel durch Klicken bearbeiten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000" y="1008000"/>
            <a:ext cx="4176000" cy="37080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" name="Bildplatzhalter 9"/>
          <p:cNvSpPr>
            <a:spLocks noGrp="1"/>
          </p:cNvSpPr>
          <p:nvPr>
            <p:ph type="pic" sz="quarter" idx="14"/>
          </p:nvPr>
        </p:nvSpPr>
        <p:spPr>
          <a:xfrm>
            <a:off x="4895688" y="1007999"/>
            <a:ext cx="3816512" cy="1790347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11" name="Bildplatzhalter 9"/>
          <p:cNvSpPr>
            <a:spLocks noGrp="1"/>
          </p:cNvSpPr>
          <p:nvPr>
            <p:ph type="pic" sz="quarter" idx="15"/>
          </p:nvPr>
        </p:nvSpPr>
        <p:spPr>
          <a:xfrm>
            <a:off x="4895688" y="2863788"/>
            <a:ext cx="3816512" cy="18468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2355CF35-7A97-412A-98F0-73D3FEF56CBC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de-DE"/>
              <a:t>25.01.2022</a:t>
            </a:r>
            <a:endParaRPr lang="en-US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D1A1A8B3-8E5D-4F08-9A69-AFD1E9A34CF8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Name</a:t>
            </a:r>
            <a:endParaRPr lang="en-US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4398DE77-09AD-429C-9554-E9C71DB90949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9E82CC3C-1DC0-4FDA-9590-6CC506AB67F8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8416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und Bild Hochform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2301769-7A5F-4726-A7DE-F0F6415EC0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 dirty="0"/>
          </a:p>
        </p:txBody>
      </p:sp>
      <p:sp>
        <p:nvSpPr>
          <p:cNvPr id="12" name="Textplatzhalter 7">
            <a:extLst>
              <a:ext uri="{FF2B5EF4-FFF2-40B4-BE49-F238E27FC236}">
                <a16:creationId xmlns:a16="http://schemas.microsoft.com/office/drawing/2014/main" id="{6BEED840-629E-4E70-924A-3F5FA272B6B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8000" y="576000"/>
            <a:ext cx="8244200" cy="277200"/>
          </a:xfrm>
        </p:spPr>
        <p:txBody>
          <a:bodyPr lIns="0" tIns="0" rIns="0" bIns="0"/>
          <a:lstStyle>
            <a:lvl1pPr marL="0" indent="0">
              <a:buNone/>
              <a:defRPr sz="1800" baseline="0"/>
            </a:lvl1pPr>
          </a:lstStyle>
          <a:p>
            <a:pPr lvl="0"/>
            <a:r>
              <a:rPr lang="de-DE" dirty="0"/>
              <a:t>Untertitel durch Klicken bearbeiten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000" y="1008000"/>
            <a:ext cx="4176860" cy="37080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" name="Bildplatzhalter 9"/>
          <p:cNvSpPr>
            <a:spLocks noGrp="1"/>
          </p:cNvSpPr>
          <p:nvPr>
            <p:ph type="pic" sz="quarter" idx="14"/>
          </p:nvPr>
        </p:nvSpPr>
        <p:spPr>
          <a:xfrm>
            <a:off x="4895688" y="1008000"/>
            <a:ext cx="3816512" cy="37080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3CD63F8-5927-4D91-8B6B-646FFA27F078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de-DE"/>
              <a:t>25.01.2022</a:t>
            </a:r>
            <a:endParaRPr lang="en-US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B9DE3010-71EA-4CB8-B407-B955800EA7FC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Name</a:t>
            </a:r>
            <a:endParaRPr lang="en-US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1B23A824-B340-46A5-81B6-8105795C222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9E82CC3C-1DC0-4FDA-9590-6CC506AB67F8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33934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63CA99B5-A2F2-4F10-9CFB-140C563A4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 dirty="0"/>
          </a:p>
        </p:txBody>
      </p:sp>
      <p:sp>
        <p:nvSpPr>
          <p:cNvPr id="15" name="Textplatzhalter 7">
            <a:extLst>
              <a:ext uri="{FF2B5EF4-FFF2-40B4-BE49-F238E27FC236}">
                <a16:creationId xmlns:a16="http://schemas.microsoft.com/office/drawing/2014/main" id="{F23A02F9-9EFB-40DA-A6A9-B4AB8316E8D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8000" y="576000"/>
            <a:ext cx="8244200" cy="277200"/>
          </a:xfrm>
        </p:spPr>
        <p:txBody>
          <a:bodyPr lIns="0" tIns="0" rIns="0" bIns="0"/>
          <a:lstStyle>
            <a:lvl1pPr marL="0" indent="0">
              <a:buNone/>
              <a:defRPr sz="1800" baseline="0"/>
            </a:lvl1pPr>
          </a:lstStyle>
          <a:p>
            <a:pPr lvl="0"/>
            <a:r>
              <a:rPr lang="de-DE" dirty="0"/>
              <a:t>Untertitel durch Klicken bearbeiten</a:t>
            </a:r>
          </a:p>
        </p:txBody>
      </p:sp>
      <p:sp>
        <p:nvSpPr>
          <p:cNvPr id="13" name="Bildplatzhalter 7"/>
          <p:cNvSpPr>
            <a:spLocks noGrp="1"/>
          </p:cNvSpPr>
          <p:nvPr>
            <p:ph type="pic" sz="quarter" idx="19"/>
          </p:nvPr>
        </p:nvSpPr>
        <p:spPr>
          <a:xfrm>
            <a:off x="0" y="951548"/>
            <a:ext cx="3240000" cy="20736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10" name="Bildplatzhalter 7"/>
          <p:cNvSpPr>
            <a:spLocks noGrp="1"/>
          </p:cNvSpPr>
          <p:nvPr>
            <p:ph type="pic" sz="quarter" idx="16"/>
          </p:nvPr>
        </p:nvSpPr>
        <p:spPr>
          <a:xfrm>
            <a:off x="3240003" y="951548"/>
            <a:ext cx="3239999" cy="20736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14" name="Bildplatzhalter 7"/>
          <p:cNvSpPr>
            <a:spLocks noGrp="1"/>
          </p:cNvSpPr>
          <p:nvPr>
            <p:ph type="pic" sz="quarter" idx="20"/>
          </p:nvPr>
        </p:nvSpPr>
        <p:spPr>
          <a:xfrm>
            <a:off x="0" y="3038621"/>
            <a:ext cx="3240000" cy="2104879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11" name="Bildplatzhalter 7"/>
          <p:cNvSpPr>
            <a:spLocks noGrp="1"/>
          </p:cNvSpPr>
          <p:nvPr>
            <p:ph type="pic" sz="quarter" idx="17"/>
          </p:nvPr>
        </p:nvSpPr>
        <p:spPr>
          <a:xfrm>
            <a:off x="3240000" y="3038621"/>
            <a:ext cx="3240000" cy="2104879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12" name="Bildplatzhalter 7"/>
          <p:cNvSpPr>
            <a:spLocks noGrp="1"/>
          </p:cNvSpPr>
          <p:nvPr>
            <p:ph type="pic" sz="quarter" idx="18"/>
          </p:nvPr>
        </p:nvSpPr>
        <p:spPr>
          <a:xfrm>
            <a:off x="6480000" y="951549"/>
            <a:ext cx="2664000" cy="4191953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232369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mit runden Bilder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3A8DCC85-4928-492C-BEE7-FC5B55B32E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8" name="Bildplatzhalter 7"/>
          <p:cNvSpPr>
            <a:spLocks noGrp="1" noChangeAspect="1"/>
          </p:cNvSpPr>
          <p:nvPr>
            <p:ph type="pic" sz="quarter" idx="14"/>
          </p:nvPr>
        </p:nvSpPr>
        <p:spPr>
          <a:xfrm>
            <a:off x="482226" y="957295"/>
            <a:ext cx="1080000" cy="108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tIns="0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12" name="Textplatzhalter 10"/>
          <p:cNvSpPr>
            <a:spLocks noGrp="1"/>
          </p:cNvSpPr>
          <p:nvPr>
            <p:ph type="body" sz="quarter" idx="16"/>
          </p:nvPr>
        </p:nvSpPr>
        <p:spPr>
          <a:xfrm>
            <a:off x="1818000" y="957295"/>
            <a:ext cx="6894200" cy="1080000"/>
          </a:xfrm>
        </p:spPr>
        <p:txBody>
          <a:bodyPr anchor="ctr"/>
          <a:lstStyle>
            <a:lvl1pPr marL="0" indent="0">
              <a:buNone/>
              <a:defRPr sz="1400" b="0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1" name="Bildplatzhalter 7"/>
          <p:cNvSpPr>
            <a:spLocks noGrp="1" noChangeAspect="1"/>
          </p:cNvSpPr>
          <p:nvPr>
            <p:ph type="pic" sz="quarter" idx="17"/>
          </p:nvPr>
        </p:nvSpPr>
        <p:spPr>
          <a:xfrm>
            <a:off x="482226" y="2284074"/>
            <a:ext cx="1080000" cy="108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tIns="0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2" name="Textplatzhalter 10"/>
          <p:cNvSpPr>
            <a:spLocks noGrp="1"/>
          </p:cNvSpPr>
          <p:nvPr>
            <p:ph type="body" sz="quarter" idx="18"/>
          </p:nvPr>
        </p:nvSpPr>
        <p:spPr>
          <a:xfrm>
            <a:off x="1818000" y="2284074"/>
            <a:ext cx="6894200" cy="1080000"/>
          </a:xfrm>
        </p:spPr>
        <p:txBody>
          <a:bodyPr anchor="ctr"/>
          <a:lstStyle>
            <a:lvl1pPr marL="0" indent="0">
              <a:buNone/>
              <a:defRPr sz="1400" b="0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3" name="Bildplatzhalter 7"/>
          <p:cNvSpPr>
            <a:spLocks noGrp="1" noChangeAspect="1"/>
          </p:cNvSpPr>
          <p:nvPr>
            <p:ph type="pic" sz="quarter" idx="19"/>
          </p:nvPr>
        </p:nvSpPr>
        <p:spPr>
          <a:xfrm>
            <a:off x="482226" y="3610853"/>
            <a:ext cx="1080000" cy="108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tIns="0"/>
          <a:lstStyle>
            <a:lvl1pPr marL="0" indent="0" algn="ctr">
              <a:buNone/>
              <a:defRPr sz="1000"/>
            </a:lvl1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4" name="Textplatzhalter 10"/>
          <p:cNvSpPr>
            <a:spLocks noGrp="1"/>
          </p:cNvSpPr>
          <p:nvPr>
            <p:ph type="body" sz="quarter" idx="20"/>
          </p:nvPr>
        </p:nvSpPr>
        <p:spPr>
          <a:xfrm>
            <a:off x="1818000" y="3610853"/>
            <a:ext cx="6894200" cy="1080000"/>
          </a:xfrm>
        </p:spPr>
        <p:txBody>
          <a:bodyPr anchor="ctr"/>
          <a:lstStyle>
            <a:lvl1pPr marL="0" indent="0">
              <a:buNone/>
              <a:defRPr sz="1400" b="0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1CEBAF7D-CE76-4D8D-8993-6C3B05E1B224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r>
              <a:rPr lang="de-DE"/>
              <a:t>25.01.2022</a:t>
            </a:r>
            <a:endParaRPr lang="en-US" dirty="0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4613F5D6-81A1-4F5A-A32F-157469C36045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en-US"/>
              <a:t>Name</a:t>
            </a:r>
            <a:endParaRPr lang="en-US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741DACB2-70C9-4B3F-BC16-24A715682D29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9E82CC3C-1DC0-4FDA-9590-6CC506AB67F8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044245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mit eckigen Bilder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E792EEEF-D15B-42F6-B267-A355CF4E4D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 dirty="0"/>
          </a:p>
        </p:txBody>
      </p:sp>
      <p:sp>
        <p:nvSpPr>
          <p:cNvPr id="8" name="Bildplatzhalter 7"/>
          <p:cNvSpPr>
            <a:spLocks noGrp="1"/>
          </p:cNvSpPr>
          <p:nvPr>
            <p:ph type="pic" sz="quarter" idx="14"/>
          </p:nvPr>
        </p:nvSpPr>
        <p:spPr>
          <a:xfrm>
            <a:off x="476250" y="958620"/>
            <a:ext cx="1440000" cy="108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0"/>
          <a:lstStyle>
            <a:lvl1pPr marL="0" indent="0" algn="ctr">
              <a:buNone/>
              <a:defRPr sz="1200"/>
            </a:lvl1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12" name="Textplatzhalter 10"/>
          <p:cNvSpPr>
            <a:spLocks noGrp="1"/>
          </p:cNvSpPr>
          <p:nvPr>
            <p:ph type="body" sz="quarter" idx="16"/>
          </p:nvPr>
        </p:nvSpPr>
        <p:spPr>
          <a:xfrm>
            <a:off x="2144110" y="958621"/>
            <a:ext cx="6568090" cy="1080000"/>
          </a:xfrm>
        </p:spPr>
        <p:txBody>
          <a:bodyPr anchor="ctr"/>
          <a:lstStyle>
            <a:lvl1pPr marL="0" indent="0">
              <a:buNone/>
              <a:defRPr sz="1400" b="0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3" name="Bildplatzhalter 7"/>
          <p:cNvSpPr>
            <a:spLocks noGrp="1"/>
          </p:cNvSpPr>
          <p:nvPr>
            <p:ph type="pic" sz="quarter" idx="21"/>
          </p:nvPr>
        </p:nvSpPr>
        <p:spPr>
          <a:xfrm>
            <a:off x="476250" y="2294605"/>
            <a:ext cx="1440000" cy="108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0"/>
          <a:lstStyle>
            <a:lvl1pPr marL="0" indent="0" algn="ctr">
              <a:buNone/>
              <a:defRPr sz="1200"/>
            </a:lvl1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14" name="Textplatzhalter 10"/>
          <p:cNvSpPr>
            <a:spLocks noGrp="1"/>
          </p:cNvSpPr>
          <p:nvPr>
            <p:ph type="body" sz="quarter" idx="22"/>
          </p:nvPr>
        </p:nvSpPr>
        <p:spPr>
          <a:xfrm>
            <a:off x="2144110" y="2294605"/>
            <a:ext cx="6568090" cy="1080000"/>
          </a:xfrm>
        </p:spPr>
        <p:txBody>
          <a:bodyPr anchor="ctr"/>
          <a:lstStyle>
            <a:lvl1pPr marL="0" indent="0">
              <a:buNone/>
              <a:defRPr sz="1400" b="0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5" name="Bildplatzhalter 7"/>
          <p:cNvSpPr>
            <a:spLocks noGrp="1"/>
          </p:cNvSpPr>
          <p:nvPr>
            <p:ph type="pic" sz="quarter" idx="23"/>
          </p:nvPr>
        </p:nvSpPr>
        <p:spPr>
          <a:xfrm>
            <a:off x="476250" y="3630591"/>
            <a:ext cx="1440000" cy="108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0"/>
          <a:lstStyle>
            <a:lvl1pPr marL="0" indent="0" algn="ctr">
              <a:buNone/>
              <a:defRPr sz="1200"/>
            </a:lvl1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16" name="Textplatzhalter 10"/>
          <p:cNvSpPr>
            <a:spLocks noGrp="1"/>
          </p:cNvSpPr>
          <p:nvPr>
            <p:ph type="body" sz="quarter" idx="24"/>
          </p:nvPr>
        </p:nvSpPr>
        <p:spPr>
          <a:xfrm>
            <a:off x="2144110" y="3630591"/>
            <a:ext cx="6568090" cy="1080000"/>
          </a:xfrm>
        </p:spPr>
        <p:txBody>
          <a:bodyPr anchor="ctr"/>
          <a:lstStyle>
            <a:lvl1pPr marL="0" indent="0">
              <a:buNone/>
              <a:defRPr sz="1400" b="0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901EC37F-A8BB-4A1A-AF40-5FBCF519EF8B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r>
              <a:rPr lang="de-DE"/>
              <a:t>25.01.2022</a:t>
            </a:r>
            <a:endParaRPr lang="en-US" dirty="0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0F94CA9C-D325-4BEF-B27B-64C044628286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en-US"/>
              <a:t>Name</a:t>
            </a:r>
            <a:endParaRPr lang="en-US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0C62D970-1063-43EF-84CE-68F36C30A9C2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9E82CC3C-1DC0-4FDA-9590-6CC506AB67F8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195534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Person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2369BABE-C34D-4B71-ABE7-625BE220F2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 dirty="0"/>
          </a:p>
        </p:txBody>
      </p:sp>
      <p:sp>
        <p:nvSpPr>
          <p:cNvPr id="16" name="Textplatzhalter 7">
            <a:extLst>
              <a:ext uri="{FF2B5EF4-FFF2-40B4-BE49-F238E27FC236}">
                <a16:creationId xmlns:a16="http://schemas.microsoft.com/office/drawing/2014/main" id="{4F73F404-72E1-4BC9-B71C-D15CC679050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8000" y="576000"/>
            <a:ext cx="8244200" cy="277200"/>
          </a:xfrm>
        </p:spPr>
        <p:txBody>
          <a:bodyPr lIns="0" tIns="0" rIns="0" bIns="0"/>
          <a:lstStyle>
            <a:lvl1pPr marL="0" indent="0">
              <a:buNone/>
              <a:defRPr sz="1800" baseline="0"/>
            </a:lvl1pPr>
          </a:lstStyle>
          <a:p>
            <a:pPr lvl="0"/>
            <a:r>
              <a:rPr lang="de-DE" dirty="0"/>
              <a:t>Untertitel durch Klicken bearbeiten</a:t>
            </a:r>
          </a:p>
        </p:txBody>
      </p:sp>
      <p:sp>
        <p:nvSpPr>
          <p:cNvPr id="9" name="Rechteck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75247" y="2084206"/>
            <a:ext cx="2814039" cy="262638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404" dirty="0"/>
          </a:p>
        </p:txBody>
      </p:sp>
      <p:sp>
        <p:nvSpPr>
          <p:cNvPr id="8" name="Bildplatzhalter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14"/>
          </p:nvPr>
        </p:nvSpPr>
        <p:spPr>
          <a:xfrm>
            <a:off x="1162266" y="1287711"/>
            <a:ext cx="1440000" cy="144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tIns="0"/>
          <a:lstStyle>
            <a:lvl1pPr marL="0" indent="0" algn="ctr">
              <a:buNone/>
              <a:defRPr sz="1200"/>
            </a:lvl1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11" name="Textplatzhalter 10"/>
          <p:cNvSpPr>
            <a:spLocks noGrp="1"/>
          </p:cNvSpPr>
          <p:nvPr>
            <p:ph type="body" sz="quarter" idx="15" hasCustomPrompt="1"/>
          </p:nvPr>
        </p:nvSpPr>
        <p:spPr>
          <a:xfrm>
            <a:off x="720000" y="2893320"/>
            <a:ext cx="2340290" cy="226800"/>
          </a:xfrm>
        </p:spPr>
        <p:txBody>
          <a:bodyPr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Name</a:t>
            </a:r>
          </a:p>
        </p:txBody>
      </p:sp>
      <p:sp>
        <p:nvSpPr>
          <p:cNvPr id="12" name="Textplatzhalter 10"/>
          <p:cNvSpPr>
            <a:spLocks noGrp="1"/>
          </p:cNvSpPr>
          <p:nvPr>
            <p:ph type="body" sz="quarter" idx="16" hasCustomPrompt="1"/>
          </p:nvPr>
        </p:nvSpPr>
        <p:spPr>
          <a:xfrm>
            <a:off x="720000" y="3240001"/>
            <a:ext cx="2340290" cy="1130805"/>
          </a:xfrm>
        </p:spPr>
        <p:txBody>
          <a:bodyPr/>
          <a:lstStyle>
            <a:lvl1pPr marL="0" indent="0">
              <a:spcBef>
                <a:spcPts val="1200"/>
              </a:spcBef>
              <a:buNone/>
              <a:defRPr sz="1200" b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Institut und Professur</a:t>
            </a:r>
          </a:p>
        </p:txBody>
      </p:sp>
      <p:sp>
        <p:nvSpPr>
          <p:cNvPr id="21" name="Rechteck 2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96479" y="2084206"/>
            <a:ext cx="2814039" cy="262638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404" dirty="0"/>
          </a:p>
        </p:txBody>
      </p:sp>
      <p:sp>
        <p:nvSpPr>
          <p:cNvPr id="22" name="Bildplatzhalter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17"/>
          </p:nvPr>
        </p:nvSpPr>
        <p:spPr>
          <a:xfrm>
            <a:off x="4583498" y="1287711"/>
            <a:ext cx="1440000" cy="144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tIns="0"/>
          <a:lstStyle>
            <a:lvl1pPr marL="0" indent="0" algn="ctr">
              <a:buNone/>
              <a:defRPr sz="1200"/>
            </a:lvl1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3" name="Textplatzhalter 10"/>
          <p:cNvSpPr>
            <a:spLocks noGrp="1"/>
          </p:cNvSpPr>
          <p:nvPr>
            <p:ph type="body" sz="quarter" idx="18" hasCustomPrompt="1"/>
          </p:nvPr>
        </p:nvSpPr>
        <p:spPr>
          <a:xfrm>
            <a:off x="4134251" y="2893320"/>
            <a:ext cx="2340290" cy="226800"/>
          </a:xfrm>
        </p:spPr>
        <p:txBody>
          <a:bodyPr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Name</a:t>
            </a:r>
          </a:p>
        </p:txBody>
      </p:sp>
      <p:sp>
        <p:nvSpPr>
          <p:cNvPr id="24" name="Textplatzhalter 10"/>
          <p:cNvSpPr>
            <a:spLocks noGrp="1"/>
          </p:cNvSpPr>
          <p:nvPr>
            <p:ph type="body" sz="quarter" idx="19" hasCustomPrompt="1"/>
          </p:nvPr>
        </p:nvSpPr>
        <p:spPr>
          <a:xfrm>
            <a:off x="4134251" y="3240001"/>
            <a:ext cx="2340290" cy="1130805"/>
          </a:xfrm>
        </p:spPr>
        <p:txBody>
          <a:bodyPr/>
          <a:lstStyle>
            <a:lvl1pPr marL="0" indent="0">
              <a:spcBef>
                <a:spcPts val="1200"/>
              </a:spcBef>
              <a:buNone/>
              <a:defRPr sz="1200" b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Institut und Professur</a:t>
            </a:r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2D376E0E-96AE-483B-8AD1-8D2E4FCA0F1F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de-DE"/>
              <a:t>25.01.2022</a:t>
            </a:r>
            <a:endParaRPr lang="en-US" dirty="0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BFC32041-0898-41D4-BAA5-715665FC2037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/>
              <a:t>Name</a:t>
            </a:r>
            <a:endParaRPr lang="en-US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02FC63CB-3094-42A3-8EFF-486B7A84F1A1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9E82CC3C-1DC0-4FDA-9590-6CC506AB67F8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836258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Person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38B00749-49F7-4FC9-AE55-9A89B4673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 dirty="0"/>
          </a:p>
        </p:txBody>
      </p:sp>
      <p:sp>
        <p:nvSpPr>
          <p:cNvPr id="25" name="Textplatzhalter 7">
            <a:extLst>
              <a:ext uri="{FF2B5EF4-FFF2-40B4-BE49-F238E27FC236}">
                <a16:creationId xmlns:a16="http://schemas.microsoft.com/office/drawing/2014/main" id="{234A045F-25D1-4F69-800A-3EC98AD2480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8000" y="576000"/>
            <a:ext cx="8244200" cy="277200"/>
          </a:xfrm>
        </p:spPr>
        <p:txBody>
          <a:bodyPr lIns="0" tIns="0" rIns="0" bIns="0"/>
          <a:lstStyle>
            <a:lvl1pPr marL="0" indent="0">
              <a:buNone/>
              <a:defRPr sz="1800" baseline="0"/>
            </a:lvl1pPr>
          </a:lstStyle>
          <a:p>
            <a:pPr lvl="0"/>
            <a:r>
              <a:rPr lang="de-DE" dirty="0"/>
              <a:t>Untertitel durch Klicken bearbeiten</a:t>
            </a:r>
          </a:p>
        </p:txBody>
      </p:sp>
      <p:sp>
        <p:nvSpPr>
          <p:cNvPr id="9" name="Rechteck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75246" y="2084206"/>
            <a:ext cx="2520000" cy="262638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404" dirty="0"/>
          </a:p>
        </p:txBody>
      </p:sp>
      <p:sp>
        <p:nvSpPr>
          <p:cNvPr id="21" name="Bildplatzhalter 7">
            <a:extLst>
              <a:ext uri="{FF2B5EF4-FFF2-40B4-BE49-F238E27FC236}">
                <a16:creationId xmlns:a16="http://schemas.microsoft.com/office/drawing/2014/main" id="{0CCFCC13-9E94-4A8E-927E-B90EB9693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14"/>
          </p:nvPr>
        </p:nvSpPr>
        <p:spPr>
          <a:xfrm>
            <a:off x="1015246" y="1287711"/>
            <a:ext cx="1440000" cy="144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tIns="0"/>
          <a:lstStyle>
            <a:lvl1pPr marL="0" indent="0" algn="ctr">
              <a:buNone/>
              <a:defRPr sz="1200"/>
            </a:lvl1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11" name="Textplatzhalter 10"/>
          <p:cNvSpPr>
            <a:spLocks noGrp="1"/>
          </p:cNvSpPr>
          <p:nvPr>
            <p:ph type="body" sz="quarter" idx="15" hasCustomPrompt="1"/>
          </p:nvPr>
        </p:nvSpPr>
        <p:spPr>
          <a:xfrm>
            <a:off x="720000" y="2893320"/>
            <a:ext cx="2160000" cy="226800"/>
          </a:xfrm>
        </p:spPr>
        <p:txBody>
          <a:bodyPr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Name</a:t>
            </a:r>
          </a:p>
        </p:txBody>
      </p:sp>
      <p:sp>
        <p:nvSpPr>
          <p:cNvPr id="12" name="Textplatzhalter 10"/>
          <p:cNvSpPr>
            <a:spLocks noGrp="1"/>
          </p:cNvSpPr>
          <p:nvPr>
            <p:ph type="body" sz="quarter" idx="16" hasCustomPrompt="1"/>
          </p:nvPr>
        </p:nvSpPr>
        <p:spPr>
          <a:xfrm>
            <a:off x="720000" y="3240001"/>
            <a:ext cx="2160000" cy="1130805"/>
          </a:xfrm>
        </p:spPr>
        <p:txBody>
          <a:bodyPr/>
          <a:lstStyle>
            <a:lvl1pPr marL="0" indent="0">
              <a:spcBef>
                <a:spcPts val="1200"/>
              </a:spcBef>
              <a:buNone/>
              <a:defRPr sz="1200" b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Institut und Professur</a:t>
            </a:r>
          </a:p>
        </p:txBody>
      </p:sp>
      <p:sp>
        <p:nvSpPr>
          <p:cNvPr id="13" name="Rechteck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335345" y="2084206"/>
            <a:ext cx="2520000" cy="262638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404" dirty="0"/>
          </a:p>
        </p:txBody>
      </p:sp>
      <p:sp>
        <p:nvSpPr>
          <p:cNvPr id="22" name="Bildplatzhalter 7">
            <a:extLst>
              <a:ext uri="{FF2B5EF4-FFF2-40B4-BE49-F238E27FC236}">
                <a16:creationId xmlns:a16="http://schemas.microsoft.com/office/drawing/2014/main" id="{34D29721-8BC0-4D90-A4F3-75A72451E9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17"/>
          </p:nvPr>
        </p:nvSpPr>
        <p:spPr>
          <a:xfrm>
            <a:off x="3875345" y="1287711"/>
            <a:ext cx="1440000" cy="144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tIns="0"/>
          <a:lstStyle>
            <a:lvl1pPr marL="0" indent="0" algn="ctr">
              <a:buNone/>
              <a:defRPr sz="1200"/>
            </a:lvl1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15" name="Textplatzhalter 10"/>
          <p:cNvSpPr>
            <a:spLocks noGrp="1"/>
          </p:cNvSpPr>
          <p:nvPr>
            <p:ph type="body" sz="quarter" idx="18" hasCustomPrompt="1"/>
          </p:nvPr>
        </p:nvSpPr>
        <p:spPr>
          <a:xfrm>
            <a:off x="3576609" y="2893320"/>
            <a:ext cx="2160000" cy="226800"/>
          </a:xfrm>
        </p:spPr>
        <p:txBody>
          <a:bodyPr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Name</a:t>
            </a:r>
          </a:p>
        </p:txBody>
      </p:sp>
      <p:sp>
        <p:nvSpPr>
          <p:cNvPr id="16" name="Textplatzhalter 10"/>
          <p:cNvSpPr>
            <a:spLocks noGrp="1"/>
          </p:cNvSpPr>
          <p:nvPr>
            <p:ph type="body" sz="quarter" idx="19" hasCustomPrompt="1"/>
          </p:nvPr>
        </p:nvSpPr>
        <p:spPr>
          <a:xfrm>
            <a:off x="3576609" y="3240001"/>
            <a:ext cx="2160000" cy="1130805"/>
          </a:xfrm>
        </p:spPr>
        <p:txBody>
          <a:bodyPr/>
          <a:lstStyle>
            <a:lvl1pPr marL="0" indent="0">
              <a:spcBef>
                <a:spcPts val="1200"/>
              </a:spcBef>
              <a:buNone/>
              <a:defRPr sz="1200" b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Institut und Professur</a:t>
            </a:r>
          </a:p>
        </p:txBody>
      </p:sp>
      <p:sp>
        <p:nvSpPr>
          <p:cNvPr id="17" name="Rechteck 1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95444" y="2084205"/>
            <a:ext cx="2520000" cy="262638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404" dirty="0"/>
          </a:p>
        </p:txBody>
      </p:sp>
      <p:sp>
        <p:nvSpPr>
          <p:cNvPr id="23" name="Bildplatzhalter 7">
            <a:extLst>
              <a:ext uri="{FF2B5EF4-FFF2-40B4-BE49-F238E27FC236}">
                <a16:creationId xmlns:a16="http://schemas.microsoft.com/office/drawing/2014/main" id="{01CD30C1-0EF4-4BAD-97BF-FFFDBEF2C1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23"/>
          </p:nvPr>
        </p:nvSpPr>
        <p:spPr>
          <a:xfrm>
            <a:off x="6735444" y="1287711"/>
            <a:ext cx="1440000" cy="144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tIns="0"/>
          <a:lstStyle>
            <a:lvl1pPr marL="0" indent="0" algn="ctr">
              <a:buNone/>
              <a:defRPr sz="1200"/>
            </a:lvl1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19" name="Textplatzhalter 10"/>
          <p:cNvSpPr>
            <a:spLocks noGrp="1"/>
          </p:cNvSpPr>
          <p:nvPr>
            <p:ph type="body" sz="quarter" idx="21" hasCustomPrompt="1"/>
          </p:nvPr>
        </p:nvSpPr>
        <p:spPr>
          <a:xfrm>
            <a:off x="6433218" y="2893320"/>
            <a:ext cx="2160000" cy="226800"/>
          </a:xfrm>
        </p:spPr>
        <p:txBody>
          <a:bodyPr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Name</a:t>
            </a:r>
          </a:p>
        </p:txBody>
      </p:sp>
      <p:sp>
        <p:nvSpPr>
          <p:cNvPr id="20" name="Textplatzhalter 10"/>
          <p:cNvSpPr>
            <a:spLocks noGrp="1"/>
          </p:cNvSpPr>
          <p:nvPr>
            <p:ph type="body" sz="quarter" idx="22" hasCustomPrompt="1"/>
          </p:nvPr>
        </p:nvSpPr>
        <p:spPr>
          <a:xfrm>
            <a:off x="6433218" y="3240001"/>
            <a:ext cx="2160000" cy="1130805"/>
          </a:xfrm>
        </p:spPr>
        <p:txBody>
          <a:bodyPr/>
          <a:lstStyle>
            <a:lvl1pPr marL="0" indent="0">
              <a:spcBef>
                <a:spcPts val="1200"/>
              </a:spcBef>
              <a:buNone/>
              <a:defRPr sz="1200" b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Institut und Professur</a:t>
            </a:r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DB941B27-8347-4D51-8CA7-F40A0B519588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r>
              <a:rPr lang="de-DE"/>
              <a:t>25.01.2022</a:t>
            </a:r>
            <a:endParaRPr lang="en-US" dirty="0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80B0F2BC-7A7C-4AA4-BD57-6AC1798048EF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US"/>
              <a:t>Name</a:t>
            </a:r>
            <a:endParaRPr lang="en-US" dirty="0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42CD9A34-1172-4306-8364-4010613968BE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9E82CC3C-1DC0-4FDA-9590-6CC506AB67F8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780977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Person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300D522C-4936-4859-8D4D-0C55FD55D0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 dirty="0"/>
          </a:p>
        </p:txBody>
      </p:sp>
      <p:sp>
        <p:nvSpPr>
          <p:cNvPr id="29" name="Textplatzhalter 7">
            <a:extLst>
              <a:ext uri="{FF2B5EF4-FFF2-40B4-BE49-F238E27FC236}">
                <a16:creationId xmlns:a16="http://schemas.microsoft.com/office/drawing/2014/main" id="{51AA1992-9A0E-4E06-BCFA-97D889E6209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8000" y="576000"/>
            <a:ext cx="8244200" cy="277200"/>
          </a:xfrm>
        </p:spPr>
        <p:txBody>
          <a:bodyPr lIns="0" tIns="0" rIns="0" bIns="0"/>
          <a:lstStyle>
            <a:lvl1pPr marL="0" indent="0">
              <a:buNone/>
              <a:defRPr sz="1800" baseline="0"/>
            </a:lvl1pPr>
          </a:lstStyle>
          <a:p>
            <a:pPr lvl="0"/>
            <a:r>
              <a:rPr lang="de-DE" dirty="0"/>
              <a:t>Untertitel durch Klicken bearbeiten</a:t>
            </a:r>
          </a:p>
        </p:txBody>
      </p:sp>
      <p:sp>
        <p:nvSpPr>
          <p:cNvPr id="9" name="Rechteck 8"/>
          <p:cNvSpPr/>
          <p:nvPr userDrawn="1"/>
        </p:nvSpPr>
        <p:spPr>
          <a:xfrm>
            <a:off x="466728" y="2084206"/>
            <a:ext cx="2031501" cy="262590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404" dirty="0"/>
          </a:p>
        </p:txBody>
      </p:sp>
      <p:sp>
        <p:nvSpPr>
          <p:cNvPr id="23" name="Bildplatzhalter 7">
            <a:extLst>
              <a:ext uri="{FF2B5EF4-FFF2-40B4-BE49-F238E27FC236}">
                <a16:creationId xmlns:a16="http://schemas.microsoft.com/office/drawing/2014/main" id="{8148DC21-4CB2-4171-8B0E-7865619CB5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14"/>
          </p:nvPr>
        </p:nvSpPr>
        <p:spPr>
          <a:xfrm>
            <a:off x="832678" y="1287711"/>
            <a:ext cx="1299600" cy="12996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tIns="0"/>
          <a:lstStyle>
            <a:lvl1pPr marL="0" indent="0" algn="ctr">
              <a:buNone/>
              <a:defRPr sz="1200"/>
            </a:lvl1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11" name="Textplatzhalter 10"/>
          <p:cNvSpPr>
            <a:spLocks noGrp="1"/>
          </p:cNvSpPr>
          <p:nvPr>
            <p:ph type="body" sz="quarter" idx="15" hasCustomPrompt="1"/>
          </p:nvPr>
        </p:nvSpPr>
        <p:spPr>
          <a:xfrm>
            <a:off x="669981" y="2753398"/>
            <a:ext cx="1624994" cy="366998"/>
          </a:xfrm>
        </p:spPr>
        <p:txBody>
          <a:bodyPr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Name</a:t>
            </a:r>
          </a:p>
        </p:txBody>
      </p:sp>
      <p:sp>
        <p:nvSpPr>
          <p:cNvPr id="12" name="Textplatzhalter 10"/>
          <p:cNvSpPr>
            <a:spLocks noGrp="1"/>
          </p:cNvSpPr>
          <p:nvPr>
            <p:ph type="body" sz="quarter" idx="16" hasCustomPrompt="1"/>
          </p:nvPr>
        </p:nvSpPr>
        <p:spPr>
          <a:xfrm>
            <a:off x="669981" y="3288873"/>
            <a:ext cx="1624994" cy="1293065"/>
          </a:xfrm>
        </p:spPr>
        <p:txBody>
          <a:bodyPr/>
          <a:lstStyle>
            <a:lvl1pPr marL="0" indent="0">
              <a:spcBef>
                <a:spcPts val="1200"/>
              </a:spcBef>
              <a:buNone/>
              <a:defRPr sz="1200" b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Institut und Professur</a:t>
            </a:r>
          </a:p>
        </p:txBody>
      </p:sp>
      <p:sp>
        <p:nvSpPr>
          <p:cNvPr id="24" name="Rechteck 2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556630" y="2084206"/>
            <a:ext cx="2016000" cy="262590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404" dirty="0"/>
          </a:p>
        </p:txBody>
      </p:sp>
      <p:sp>
        <p:nvSpPr>
          <p:cNvPr id="37" name="Bildplatzhalter 7">
            <a:extLst>
              <a:ext uri="{FF2B5EF4-FFF2-40B4-BE49-F238E27FC236}">
                <a16:creationId xmlns:a16="http://schemas.microsoft.com/office/drawing/2014/main" id="{515DA547-D380-4DDE-8F77-C8902B7022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26"/>
          </p:nvPr>
        </p:nvSpPr>
        <p:spPr>
          <a:xfrm>
            <a:off x="2914830" y="1287711"/>
            <a:ext cx="1299600" cy="12996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tIns="0"/>
          <a:lstStyle>
            <a:lvl1pPr marL="0" indent="0" algn="ctr">
              <a:buNone/>
              <a:defRPr sz="1200"/>
            </a:lvl1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6" name="Textplatzhalter 10"/>
          <p:cNvSpPr>
            <a:spLocks noGrp="1"/>
          </p:cNvSpPr>
          <p:nvPr>
            <p:ph type="body" sz="quarter" idx="18" hasCustomPrompt="1"/>
          </p:nvPr>
        </p:nvSpPr>
        <p:spPr>
          <a:xfrm>
            <a:off x="2752133" y="2753398"/>
            <a:ext cx="1624994" cy="366998"/>
          </a:xfrm>
        </p:spPr>
        <p:txBody>
          <a:bodyPr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Name</a:t>
            </a:r>
          </a:p>
        </p:txBody>
      </p:sp>
      <p:sp>
        <p:nvSpPr>
          <p:cNvPr id="27" name="Textplatzhalter 10"/>
          <p:cNvSpPr>
            <a:spLocks noGrp="1"/>
          </p:cNvSpPr>
          <p:nvPr>
            <p:ph type="body" sz="quarter" idx="19" hasCustomPrompt="1"/>
          </p:nvPr>
        </p:nvSpPr>
        <p:spPr>
          <a:xfrm>
            <a:off x="2752133" y="3288873"/>
            <a:ext cx="1624994" cy="1293065"/>
          </a:xfrm>
        </p:spPr>
        <p:txBody>
          <a:bodyPr/>
          <a:lstStyle>
            <a:lvl1pPr marL="0" indent="0">
              <a:spcBef>
                <a:spcPts val="1200"/>
              </a:spcBef>
              <a:buNone/>
              <a:defRPr sz="1200" b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Institut und Professur</a:t>
            </a:r>
          </a:p>
        </p:txBody>
      </p:sp>
      <p:sp>
        <p:nvSpPr>
          <p:cNvPr id="28" name="Rechteck 2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31031" y="2084206"/>
            <a:ext cx="2016000" cy="262590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404" dirty="0"/>
          </a:p>
        </p:txBody>
      </p:sp>
      <p:sp>
        <p:nvSpPr>
          <p:cNvPr id="38" name="Bildplatzhalter 7">
            <a:extLst>
              <a:ext uri="{FF2B5EF4-FFF2-40B4-BE49-F238E27FC236}">
                <a16:creationId xmlns:a16="http://schemas.microsoft.com/office/drawing/2014/main" id="{27A38D11-8E8E-44F4-9460-58E87F53EF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27"/>
          </p:nvPr>
        </p:nvSpPr>
        <p:spPr>
          <a:xfrm>
            <a:off x="4989231" y="1287711"/>
            <a:ext cx="1299600" cy="12996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tIns="0"/>
          <a:lstStyle>
            <a:lvl1pPr marL="0" indent="0" algn="ctr">
              <a:buNone/>
              <a:defRPr sz="1200"/>
            </a:lvl1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30" name="Textplatzhalter 10"/>
          <p:cNvSpPr>
            <a:spLocks noGrp="1"/>
          </p:cNvSpPr>
          <p:nvPr>
            <p:ph type="body" sz="quarter" idx="21" hasCustomPrompt="1"/>
          </p:nvPr>
        </p:nvSpPr>
        <p:spPr>
          <a:xfrm>
            <a:off x="4826534" y="2753398"/>
            <a:ext cx="1624994" cy="366998"/>
          </a:xfrm>
        </p:spPr>
        <p:txBody>
          <a:bodyPr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Name</a:t>
            </a:r>
          </a:p>
        </p:txBody>
      </p:sp>
      <p:sp>
        <p:nvSpPr>
          <p:cNvPr id="31" name="Textplatzhalter 10"/>
          <p:cNvSpPr>
            <a:spLocks noGrp="1"/>
          </p:cNvSpPr>
          <p:nvPr>
            <p:ph type="body" sz="quarter" idx="22" hasCustomPrompt="1"/>
          </p:nvPr>
        </p:nvSpPr>
        <p:spPr>
          <a:xfrm>
            <a:off x="4826534" y="3288873"/>
            <a:ext cx="1624994" cy="1293065"/>
          </a:xfrm>
        </p:spPr>
        <p:txBody>
          <a:bodyPr/>
          <a:lstStyle>
            <a:lvl1pPr marL="0" indent="0">
              <a:spcBef>
                <a:spcPts val="1200"/>
              </a:spcBef>
              <a:buNone/>
              <a:defRPr sz="1200" b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Institut und Professur</a:t>
            </a:r>
          </a:p>
        </p:txBody>
      </p:sp>
      <p:sp>
        <p:nvSpPr>
          <p:cNvPr id="32" name="Rechteck 3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705432" y="2084206"/>
            <a:ext cx="2016000" cy="262590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404" dirty="0"/>
          </a:p>
        </p:txBody>
      </p:sp>
      <p:sp>
        <p:nvSpPr>
          <p:cNvPr id="39" name="Bildplatzhalter 7">
            <a:extLst>
              <a:ext uri="{FF2B5EF4-FFF2-40B4-BE49-F238E27FC236}">
                <a16:creationId xmlns:a16="http://schemas.microsoft.com/office/drawing/2014/main" id="{F9D0B43C-E1CE-4C97-B82A-2D4CC82B3C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28"/>
          </p:nvPr>
        </p:nvSpPr>
        <p:spPr>
          <a:xfrm>
            <a:off x="7063632" y="1287711"/>
            <a:ext cx="1299600" cy="12996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tIns="0"/>
          <a:lstStyle>
            <a:lvl1pPr marL="0" indent="0" algn="ctr">
              <a:buNone/>
              <a:defRPr sz="1200"/>
            </a:lvl1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34" name="Textplatzhalter 10"/>
          <p:cNvSpPr>
            <a:spLocks noGrp="1"/>
          </p:cNvSpPr>
          <p:nvPr>
            <p:ph type="body" sz="quarter" idx="24" hasCustomPrompt="1"/>
          </p:nvPr>
        </p:nvSpPr>
        <p:spPr>
          <a:xfrm>
            <a:off x="6900935" y="2753398"/>
            <a:ext cx="1624994" cy="366998"/>
          </a:xfrm>
        </p:spPr>
        <p:txBody>
          <a:bodyPr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Name</a:t>
            </a:r>
          </a:p>
        </p:txBody>
      </p:sp>
      <p:sp>
        <p:nvSpPr>
          <p:cNvPr id="35" name="Textplatzhalter 10"/>
          <p:cNvSpPr>
            <a:spLocks noGrp="1"/>
          </p:cNvSpPr>
          <p:nvPr>
            <p:ph type="body" sz="quarter" idx="25" hasCustomPrompt="1"/>
          </p:nvPr>
        </p:nvSpPr>
        <p:spPr>
          <a:xfrm>
            <a:off x="6900935" y="3288873"/>
            <a:ext cx="1624994" cy="1293065"/>
          </a:xfrm>
        </p:spPr>
        <p:txBody>
          <a:bodyPr/>
          <a:lstStyle>
            <a:lvl1pPr marL="0" indent="0">
              <a:spcBef>
                <a:spcPts val="1200"/>
              </a:spcBef>
              <a:buNone/>
              <a:defRPr sz="1200" b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Institut und Professur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3838156-E11B-4292-BDB6-C26E9EE01241}"/>
              </a:ext>
            </a:extLst>
          </p:cNvPr>
          <p:cNvSpPr>
            <a:spLocks noGrp="1"/>
          </p:cNvSpPr>
          <p:nvPr>
            <p:ph type="dt" sz="half" idx="29"/>
          </p:nvPr>
        </p:nvSpPr>
        <p:spPr/>
        <p:txBody>
          <a:bodyPr/>
          <a:lstStyle/>
          <a:p>
            <a:r>
              <a:rPr lang="de-DE"/>
              <a:t>25.01.2022</a:t>
            </a:r>
            <a:endParaRPr lang="en-US" dirty="0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EFF0250F-878D-4379-BE5D-CA0E73941DF1}"/>
              </a:ext>
            </a:extLst>
          </p:cNvPr>
          <p:cNvSpPr>
            <a:spLocks noGrp="1"/>
          </p:cNvSpPr>
          <p:nvPr>
            <p:ph type="ftr" sz="quarter" idx="30"/>
          </p:nvPr>
        </p:nvSpPr>
        <p:spPr/>
        <p:txBody>
          <a:bodyPr/>
          <a:lstStyle/>
          <a:p>
            <a:r>
              <a:rPr lang="en-US"/>
              <a:t>Name</a:t>
            </a:r>
            <a:endParaRPr lang="en-US" dirty="0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D4AC70AF-A5C4-46C6-91B9-9FB5CAAC3B80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/>
        <p:txBody>
          <a:bodyPr/>
          <a:lstStyle/>
          <a:p>
            <a:fld id="{9E82CC3C-1DC0-4FDA-9590-6CC506AB67F8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497209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CA6FC187-6C25-4F69-9AFE-1DD1719507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 dirty="0"/>
          </a:p>
        </p:txBody>
      </p:sp>
      <p:sp>
        <p:nvSpPr>
          <p:cNvPr id="7" name="Textplatzhalter 7">
            <a:extLst>
              <a:ext uri="{FF2B5EF4-FFF2-40B4-BE49-F238E27FC236}">
                <a16:creationId xmlns:a16="http://schemas.microsoft.com/office/drawing/2014/main" id="{6B0B00BC-A6AE-499E-84DC-2DAD144AC36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8000" y="576000"/>
            <a:ext cx="8244200" cy="277200"/>
          </a:xfrm>
        </p:spPr>
        <p:txBody>
          <a:bodyPr lIns="0" tIns="0" rIns="0" bIns="0"/>
          <a:lstStyle>
            <a:lvl1pPr marL="0" indent="0">
              <a:buNone/>
              <a:defRPr sz="1800" baseline="0"/>
            </a:lvl1pPr>
          </a:lstStyle>
          <a:p>
            <a:pPr lvl="0"/>
            <a:r>
              <a:rPr lang="de-DE" dirty="0"/>
              <a:t>Untertitel durch Klicken bearbeiten</a:t>
            </a:r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D99029B5-05D1-4961-BCC5-1746892669B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de-DE"/>
              <a:t>25.01.2022</a:t>
            </a:r>
            <a:endParaRPr lang="en-US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9760517C-2E78-4920-B7ED-13343C2B627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Name</a:t>
            </a:r>
            <a:endParaRPr lang="en-US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A6E39CB3-B1E3-489C-B2E8-CB7DE190B9D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9E82CC3C-1DC0-4FDA-9590-6CC506AB67F8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651256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35EDBA2-B342-4EC4-92B5-C4B6A109D6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25.01.2022</a:t>
            </a:r>
            <a:endParaRPr lang="en-US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B21D655-39F2-4073-BF0C-A488A5A298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Name</a:t>
            </a:r>
            <a:endParaRPr lang="en-US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951691D-4732-4440-9C11-52EAB9BD54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82CC3C-1DC0-4FDA-9590-6CC506AB67F8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024922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hluss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rafik 26">
            <a:extLst>
              <a:ext uri="{FF2B5EF4-FFF2-40B4-BE49-F238E27FC236}">
                <a16:creationId xmlns:a16="http://schemas.microsoft.com/office/drawing/2014/main" id="{F09DF479-FD16-43D7-9DDB-3550E32CD9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800" y="268958"/>
            <a:ext cx="2056867" cy="431998"/>
          </a:xfrm>
          <a:prstGeom prst="rect">
            <a:avLst/>
          </a:prstGeom>
        </p:spPr>
      </p:pic>
      <p:sp>
        <p:nvSpPr>
          <p:cNvPr id="16" name="Textfeld 15"/>
          <p:cNvSpPr txBox="1"/>
          <p:nvPr userDrawn="1"/>
        </p:nvSpPr>
        <p:spPr>
          <a:xfrm>
            <a:off x="396000" y="1360800"/>
            <a:ext cx="2160000" cy="2916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lvl="0" indent="0" defTabSz="685800">
              <a:lnSpc>
                <a:spcPct val="120000"/>
              </a:lnSpc>
              <a:spcBef>
                <a:spcPts val="75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49263" indent="-273050" defTabSz="685800">
              <a:lnSpc>
                <a:spcPct val="120000"/>
              </a:lnSpc>
              <a:spcBef>
                <a:spcPts val="375"/>
              </a:spcBef>
              <a:buFont typeface="Arial" panose="020B0604020202020204" pitchFamily="34" charset="0"/>
              <a:buChar char="–"/>
              <a:defRPr sz="1800">
                <a:solidFill>
                  <a:schemeClr val="bg1"/>
                </a:solidFill>
              </a:defRPr>
            </a:lvl2pPr>
            <a:lvl3pPr marL="715963" indent="-266700" defTabSz="685800">
              <a:lnSpc>
                <a:spcPct val="120000"/>
              </a:lnSpc>
              <a:spcBef>
                <a:spcPts val="375"/>
              </a:spcBef>
              <a:buFont typeface="Arial" panose="020B0604020202020204" pitchFamily="34" charset="0"/>
              <a:buChar char="–"/>
              <a:defRPr sz="1800">
                <a:solidFill>
                  <a:schemeClr val="bg1"/>
                </a:solidFill>
              </a:defRPr>
            </a:lvl3pPr>
            <a:lvl4pPr marL="987425" indent="-271463" defTabSz="685800">
              <a:lnSpc>
                <a:spcPct val="120000"/>
              </a:lnSpc>
              <a:spcBef>
                <a:spcPts val="375"/>
              </a:spcBef>
              <a:buFont typeface="Arial" panose="020B0604020202020204" pitchFamily="34" charset="0"/>
              <a:buChar char="–"/>
              <a:defRPr sz="1800">
                <a:solidFill>
                  <a:schemeClr val="bg1"/>
                </a:solidFill>
              </a:defRPr>
            </a:lvl4pPr>
            <a:lvl5pPr marL="1254125" indent="-266700" defTabSz="685800">
              <a:lnSpc>
                <a:spcPct val="120000"/>
              </a:lnSpc>
              <a:spcBef>
                <a:spcPts val="375"/>
              </a:spcBef>
              <a:buFont typeface="Arial" panose="020B0604020202020204" pitchFamily="34" charset="0"/>
              <a:buChar char="–"/>
              <a:defRPr sz="1800">
                <a:solidFill>
                  <a:schemeClr val="bg1"/>
                </a:solidFill>
              </a:defRPr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pPr lvl="0">
              <a:spcBef>
                <a:spcPts val="200"/>
              </a:spcBef>
              <a:spcAft>
                <a:spcPts val="0"/>
              </a:spcAft>
              <a:tabLst>
                <a:tab pos="541332" algn="l"/>
              </a:tabLst>
            </a:pPr>
            <a:r>
              <a:rPr lang="de-DE" sz="2000" b="1" dirty="0">
                <a:solidFill>
                  <a:schemeClr val="tx1"/>
                </a:solidFill>
              </a:rPr>
              <a:t>Vielen Dank!</a:t>
            </a:r>
          </a:p>
        </p:txBody>
      </p:sp>
      <p:sp>
        <p:nvSpPr>
          <p:cNvPr id="6" name="Bildplatzhalter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10400" y="1911600"/>
            <a:ext cx="1440000" cy="144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tIns="0"/>
          <a:lstStyle>
            <a:lvl1pPr marL="0" indent="0" algn="ctr">
              <a:buNone/>
              <a:defRPr sz="1200"/>
            </a:lvl1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19" name="Textplatzhalter 10"/>
          <p:cNvSpPr>
            <a:spLocks noGrp="1"/>
          </p:cNvSpPr>
          <p:nvPr>
            <p:ph type="body" sz="quarter" idx="15" hasCustomPrompt="1"/>
          </p:nvPr>
        </p:nvSpPr>
        <p:spPr>
          <a:xfrm>
            <a:off x="2174400" y="2093040"/>
            <a:ext cx="3290054" cy="194400"/>
          </a:xfrm>
        </p:spPr>
        <p:txBody>
          <a:bodyPr/>
          <a:lstStyle>
            <a:lvl1pPr marL="0" indent="0">
              <a:buNone/>
              <a:defRPr sz="1200" b="1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Name</a:t>
            </a:r>
          </a:p>
        </p:txBody>
      </p:sp>
      <p:sp>
        <p:nvSpPr>
          <p:cNvPr id="15" name="E-Mail">
            <a:extLst>
              <a:ext uri="{FF2B5EF4-FFF2-40B4-BE49-F238E27FC236}">
                <a16:creationId xmlns:a16="http://schemas.microsoft.com/office/drawing/2014/main" id="{DC4F1E80-61B9-418C-9ECA-ED380D27300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174399" y="2571750"/>
            <a:ext cx="542646" cy="216482"/>
          </a:xfrm>
        </p:spPr>
        <p:txBody>
          <a:bodyPr/>
          <a:lstStyle>
            <a:lvl1pPr>
              <a:buFontTx/>
              <a:buNone/>
              <a:defRPr lang="de-DE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de-DE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 lang="de-DE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lang="de-DE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defRPr lang="de-DE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l" defTabSz="571454" rtl="0" eaLnBrk="1" latinLnBrk="0" hangingPunct="1">
              <a:lnSpc>
                <a:spcPct val="120000"/>
              </a:lnSpc>
              <a:spcBef>
                <a:spcPts val="625"/>
              </a:spcBef>
              <a:buClr>
                <a:schemeClr val="accent1"/>
              </a:buClr>
              <a:buFont typeface="Arial" panose="020B0604020202020204" pitchFamily="34" charset="0"/>
              <a:buNone/>
            </a:pPr>
            <a:r>
              <a:rPr lang="de-DE" dirty="0"/>
              <a:t>E-Mail</a:t>
            </a:r>
          </a:p>
        </p:txBody>
      </p:sp>
      <p:sp>
        <p:nvSpPr>
          <p:cNvPr id="17" name="Email Adresse">
            <a:extLst>
              <a:ext uri="{FF2B5EF4-FFF2-40B4-BE49-F238E27FC236}">
                <a16:creationId xmlns:a16="http://schemas.microsoft.com/office/drawing/2014/main" id="{95AC1FC6-55C7-466E-9AFF-267F057E9FF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717045" y="2571750"/>
            <a:ext cx="2747409" cy="216000"/>
          </a:xfrm>
        </p:spPr>
        <p:txBody>
          <a:bodyPr/>
          <a:lstStyle>
            <a:lvl1pPr marL="0" indent="0">
              <a:buNone/>
              <a:defRPr sz="1200" b="0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Adresse eingeben</a:t>
            </a:r>
          </a:p>
        </p:txBody>
      </p:sp>
      <p:sp>
        <p:nvSpPr>
          <p:cNvPr id="26" name="Telefonnummer">
            <a:extLst>
              <a:ext uri="{FF2B5EF4-FFF2-40B4-BE49-F238E27FC236}">
                <a16:creationId xmlns:a16="http://schemas.microsoft.com/office/drawing/2014/main" id="{35F35B31-489C-4A4C-9242-41556B686F6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2174399" y="2803118"/>
            <a:ext cx="1745931" cy="245786"/>
          </a:xfrm>
        </p:spPr>
        <p:txBody>
          <a:bodyPr/>
          <a:lstStyle>
            <a:lvl1pPr marL="0" indent="0">
              <a:buNone/>
              <a:defRPr sz="1200" b="0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Telefon +49 (0) 711 685-</a:t>
            </a:r>
          </a:p>
        </p:txBody>
      </p:sp>
      <p:sp>
        <p:nvSpPr>
          <p:cNvPr id="28" name="Durchwahl">
            <a:extLst>
              <a:ext uri="{FF2B5EF4-FFF2-40B4-BE49-F238E27FC236}">
                <a16:creationId xmlns:a16="http://schemas.microsoft.com/office/drawing/2014/main" id="{FC59E7C3-20E6-4BDA-854B-20C312E21A3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849580" y="2803118"/>
            <a:ext cx="649267" cy="245786"/>
          </a:xfrm>
        </p:spPr>
        <p:txBody>
          <a:bodyPr/>
          <a:lstStyle>
            <a:lvl1pPr marL="0" indent="0">
              <a:buNone/>
              <a:defRPr sz="1200" b="0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###-##</a:t>
            </a:r>
          </a:p>
        </p:txBody>
      </p:sp>
      <p:sp>
        <p:nvSpPr>
          <p:cNvPr id="29" name="www">
            <a:extLst>
              <a:ext uri="{FF2B5EF4-FFF2-40B4-BE49-F238E27FC236}">
                <a16:creationId xmlns:a16="http://schemas.microsoft.com/office/drawing/2014/main" id="{B0B68C46-CEAC-4187-96CC-0D9A9CD69DCB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2174400" y="3063790"/>
            <a:ext cx="364806" cy="238329"/>
          </a:xfrm>
        </p:spPr>
        <p:txBody>
          <a:bodyPr/>
          <a:lstStyle>
            <a:lvl1pPr marL="0" indent="0">
              <a:buNone/>
              <a:defRPr sz="1200" b="0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www.</a:t>
            </a:r>
          </a:p>
        </p:txBody>
      </p:sp>
      <p:sp>
        <p:nvSpPr>
          <p:cNvPr id="30" name="Webadresse">
            <a:extLst>
              <a:ext uri="{FF2B5EF4-FFF2-40B4-BE49-F238E27FC236}">
                <a16:creationId xmlns:a16="http://schemas.microsoft.com/office/drawing/2014/main" id="{05917742-F1BD-4B0E-BCFB-E6D3D9B21F9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539207" y="3063790"/>
            <a:ext cx="1838323" cy="238329"/>
          </a:xfrm>
        </p:spPr>
        <p:txBody>
          <a:bodyPr/>
          <a:lstStyle>
            <a:lvl1pPr marL="0" indent="0">
              <a:buNone/>
              <a:defRPr sz="1200" b="0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Adresse eingeben</a:t>
            </a:r>
          </a:p>
        </p:txBody>
      </p:sp>
      <p:sp>
        <p:nvSpPr>
          <p:cNvPr id="31" name="Universität Stuttgart">
            <a:extLst>
              <a:ext uri="{FF2B5EF4-FFF2-40B4-BE49-F238E27FC236}">
                <a16:creationId xmlns:a16="http://schemas.microsoft.com/office/drawing/2014/main" id="{B5A32B63-1FA1-4055-B9C4-809D96650EC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174399" y="3508234"/>
            <a:ext cx="2500012" cy="218691"/>
          </a:xfrm>
        </p:spPr>
        <p:txBody>
          <a:bodyPr/>
          <a:lstStyle>
            <a:lvl1pPr marL="0" indent="0">
              <a:buNone/>
              <a:defRPr sz="1200" b="0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marL="0" lvl="0" indent="0" algn="l" defTabSz="571454" rtl="0" eaLnBrk="1" latinLnBrk="0" hangingPunct="1">
              <a:lnSpc>
                <a:spcPct val="120000"/>
              </a:lnSpc>
              <a:spcBef>
                <a:spcPts val="625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tabLst>
                <a:tab pos="541338" algn="l"/>
              </a:tabLst>
            </a:pPr>
            <a:r>
              <a:rPr lang="de-DE" dirty="0"/>
              <a:t>Universität Stuttgart</a:t>
            </a:r>
          </a:p>
        </p:txBody>
      </p:sp>
      <p:sp>
        <p:nvSpPr>
          <p:cNvPr id="32" name="Abteilung Institut">
            <a:extLst>
              <a:ext uri="{FF2B5EF4-FFF2-40B4-BE49-F238E27FC236}">
                <a16:creationId xmlns:a16="http://schemas.microsoft.com/office/drawing/2014/main" id="{14A894A8-E098-40A1-9550-2E01B492A3C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174399" y="3747179"/>
            <a:ext cx="3290054" cy="216000"/>
          </a:xfrm>
        </p:spPr>
        <p:txBody>
          <a:bodyPr/>
          <a:lstStyle>
            <a:lvl1pPr marL="0" indent="0">
              <a:buNone/>
              <a:defRPr sz="1200" b="0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Abteilung oder Institutsname</a:t>
            </a:r>
          </a:p>
        </p:txBody>
      </p:sp>
      <p:sp>
        <p:nvSpPr>
          <p:cNvPr id="33" name="Adressfeld">
            <a:extLst>
              <a:ext uri="{FF2B5EF4-FFF2-40B4-BE49-F238E27FC236}">
                <a16:creationId xmlns:a16="http://schemas.microsoft.com/office/drawing/2014/main" id="{A3D97D55-DBDD-4483-BA26-B2A119D4242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174399" y="3983433"/>
            <a:ext cx="3290054" cy="216000"/>
          </a:xfrm>
        </p:spPr>
        <p:txBody>
          <a:bodyPr/>
          <a:lstStyle>
            <a:lvl1pPr marL="0" indent="0">
              <a:buNone/>
              <a:defRPr sz="1200" b="0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Adresse</a:t>
            </a:r>
          </a:p>
        </p:txBody>
      </p:sp>
    </p:spTree>
    <p:extLst>
      <p:ext uri="{BB962C8B-B14F-4D97-AF65-F5344CB8AC3E}">
        <p14:creationId xmlns:p14="http://schemas.microsoft.com/office/powerpoint/2010/main" val="99983445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hlussfolie blau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fik 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803" y="262280"/>
            <a:ext cx="2056867" cy="431998"/>
          </a:xfrm>
          <a:prstGeom prst="rect">
            <a:avLst/>
          </a:prstGeom>
        </p:spPr>
      </p:pic>
      <p:sp>
        <p:nvSpPr>
          <p:cNvPr id="16" name="Textfeld 15"/>
          <p:cNvSpPr txBox="1"/>
          <p:nvPr userDrawn="1"/>
        </p:nvSpPr>
        <p:spPr>
          <a:xfrm>
            <a:off x="396000" y="1360800"/>
            <a:ext cx="2160000" cy="2916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lvl="0" indent="0" defTabSz="685800">
              <a:lnSpc>
                <a:spcPct val="120000"/>
              </a:lnSpc>
              <a:spcBef>
                <a:spcPts val="75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2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49263" indent="-273050" defTabSz="685800">
              <a:lnSpc>
                <a:spcPct val="120000"/>
              </a:lnSpc>
              <a:spcBef>
                <a:spcPts val="375"/>
              </a:spcBef>
              <a:buFont typeface="Arial" panose="020B0604020202020204" pitchFamily="34" charset="0"/>
              <a:buChar char="–"/>
              <a:defRPr sz="1800">
                <a:solidFill>
                  <a:schemeClr val="bg1"/>
                </a:solidFill>
              </a:defRPr>
            </a:lvl2pPr>
            <a:lvl3pPr marL="715963" indent="-266700" defTabSz="685800">
              <a:lnSpc>
                <a:spcPct val="120000"/>
              </a:lnSpc>
              <a:spcBef>
                <a:spcPts val="375"/>
              </a:spcBef>
              <a:buFont typeface="Arial" panose="020B0604020202020204" pitchFamily="34" charset="0"/>
              <a:buChar char="–"/>
              <a:defRPr sz="1800">
                <a:solidFill>
                  <a:schemeClr val="bg1"/>
                </a:solidFill>
              </a:defRPr>
            </a:lvl3pPr>
            <a:lvl4pPr marL="987425" indent="-271463" defTabSz="685800">
              <a:lnSpc>
                <a:spcPct val="120000"/>
              </a:lnSpc>
              <a:spcBef>
                <a:spcPts val="375"/>
              </a:spcBef>
              <a:buFont typeface="Arial" panose="020B0604020202020204" pitchFamily="34" charset="0"/>
              <a:buChar char="–"/>
              <a:defRPr sz="1800">
                <a:solidFill>
                  <a:schemeClr val="bg1"/>
                </a:solidFill>
              </a:defRPr>
            </a:lvl4pPr>
            <a:lvl5pPr marL="1254125" indent="-266700" defTabSz="685800">
              <a:lnSpc>
                <a:spcPct val="120000"/>
              </a:lnSpc>
              <a:spcBef>
                <a:spcPts val="375"/>
              </a:spcBef>
              <a:buFont typeface="Arial" panose="020B0604020202020204" pitchFamily="34" charset="0"/>
              <a:buChar char="–"/>
              <a:defRPr sz="1800">
                <a:solidFill>
                  <a:schemeClr val="bg1"/>
                </a:solidFill>
              </a:defRPr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pPr lvl="0">
              <a:spcBef>
                <a:spcPts val="200"/>
              </a:spcBef>
              <a:spcAft>
                <a:spcPts val="0"/>
              </a:spcAft>
              <a:tabLst>
                <a:tab pos="541332" algn="l"/>
              </a:tabLst>
            </a:pPr>
            <a:r>
              <a:rPr lang="de-DE" sz="2000" b="1" dirty="0">
                <a:solidFill>
                  <a:schemeClr val="bg1"/>
                </a:solidFill>
              </a:rPr>
              <a:t>Vielen Dank!</a:t>
            </a:r>
          </a:p>
        </p:txBody>
      </p:sp>
      <p:sp>
        <p:nvSpPr>
          <p:cNvPr id="27" name="Bildplatzhalter 7">
            <a:extLst>
              <a:ext uri="{FF2B5EF4-FFF2-40B4-BE49-F238E27FC236}">
                <a16:creationId xmlns:a16="http://schemas.microsoft.com/office/drawing/2014/main" id="{E8FAD59D-97FD-4838-AA91-B266FA5DD3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10400" y="1911600"/>
            <a:ext cx="1440000" cy="1440000"/>
          </a:xfrm>
          <a:prstGeom prst="ellipse">
            <a:avLst/>
          </a:prstGeom>
          <a:solidFill>
            <a:schemeClr val="bg1"/>
          </a:solidFill>
        </p:spPr>
        <p:txBody>
          <a:bodyPr tIns="0"/>
          <a:lstStyle>
            <a:lvl1pPr marL="0" indent="0" algn="ctr">
              <a:buNone/>
              <a:defRPr sz="1200"/>
            </a:lvl1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0" name="Textplatzhalter 10"/>
          <p:cNvSpPr>
            <a:spLocks noGrp="1"/>
          </p:cNvSpPr>
          <p:nvPr>
            <p:ph type="body" sz="quarter" idx="15" hasCustomPrompt="1"/>
          </p:nvPr>
        </p:nvSpPr>
        <p:spPr>
          <a:xfrm>
            <a:off x="2174400" y="2093040"/>
            <a:ext cx="3290054" cy="194400"/>
          </a:xfrm>
        </p:spPr>
        <p:txBody>
          <a:bodyPr/>
          <a:lstStyle>
            <a:lvl1pPr marL="0" indent="0">
              <a:buNone/>
              <a:defRPr sz="12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Name</a:t>
            </a:r>
          </a:p>
        </p:txBody>
      </p:sp>
      <p:sp>
        <p:nvSpPr>
          <p:cNvPr id="21" name="E-Mail">
            <a:extLst>
              <a:ext uri="{FF2B5EF4-FFF2-40B4-BE49-F238E27FC236}">
                <a16:creationId xmlns:a16="http://schemas.microsoft.com/office/drawing/2014/main" id="{0A175C90-97AB-4E6B-9195-5265E38E70A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174399" y="2571750"/>
            <a:ext cx="542646" cy="216482"/>
          </a:xfrm>
        </p:spPr>
        <p:txBody>
          <a:bodyPr/>
          <a:lstStyle>
            <a:lvl1pPr>
              <a:buFontTx/>
              <a:buNone/>
              <a:defRPr lang="de-DE" sz="1200" b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defRPr lang="de-DE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 lang="de-DE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lang="de-DE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defRPr lang="de-DE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l" defTabSz="571454" rtl="0" eaLnBrk="1" latinLnBrk="0" hangingPunct="1">
              <a:lnSpc>
                <a:spcPct val="120000"/>
              </a:lnSpc>
              <a:spcBef>
                <a:spcPts val="625"/>
              </a:spcBef>
              <a:buClr>
                <a:schemeClr val="accent1"/>
              </a:buClr>
              <a:buFont typeface="Arial" panose="020B0604020202020204" pitchFamily="34" charset="0"/>
              <a:buNone/>
            </a:pPr>
            <a:r>
              <a:rPr lang="de-DE" dirty="0"/>
              <a:t>E-Mail</a:t>
            </a:r>
          </a:p>
        </p:txBody>
      </p:sp>
      <p:sp>
        <p:nvSpPr>
          <p:cNvPr id="28" name="Email Adresse">
            <a:extLst>
              <a:ext uri="{FF2B5EF4-FFF2-40B4-BE49-F238E27FC236}">
                <a16:creationId xmlns:a16="http://schemas.microsoft.com/office/drawing/2014/main" id="{CBF3E8CA-9070-46CF-A0FE-B059145C617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717045" y="2571750"/>
            <a:ext cx="2747409" cy="216000"/>
          </a:xfrm>
        </p:spPr>
        <p:txBody>
          <a:bodyPr/>
          <a:lstStyle>
            <a:lvl1pPr marL="0" indent="0">
              <a:buNone/>
              <a:defRPr sz="1200" b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Adresse eingeben</a:t>
            </a:r>
          </a:p>
        </p:txBody>
      </p:sp>
      <p:sp>
        <p:nvSpPr>
          <p:cNvPr id="29" name="Telefonnummer">
            <a:extLst>
              <a:ext uri="{FF2B5EF4-FFF2-40B4-BE49-F238E27FC236}">
                <a16:creationId xmlns:a16="http://schemas.microsoft.com/office/drawing/2014/main" id="{48D8C155-1EF7-4367-9EF6-AD9D13A19D5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2174399" y="2803118"/>
            <a:ext cx="1745931" cy="245786"/>
          </a:xfrm>
        </p:spPr>
        <p:txBody>
          <a:bodyPr/>
          <a:lstStyle>
            <a:lvl1pPr marL="0" indent="0">
              <a:buNone/>
              <a:defRPr sz="1200" b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Telefon +49 (0) 711 685-</a:t>
            </a:r>
          </a:p>
        </p:txBody>
      </p:sp>
      <p:sp>
        <p:nvSpPr>
          <p:cNvPr id="30" name="Durchwahl">
            <a:extLst>
              <a:ext uri="{FF2B5EF4-FFF2-40B4-BE49-F238E27FC236}">
                <a16:creationId xmlns:a16="http://schemas.microsoft.com/office/drawing/2014/main" id="{D0C8A932-2F90-4F02-B2E1-E0B25F5E077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849580" y="2803118"/>
            <a:ext cx="649267" cy="245786"/>
          </a:xfrm>
        </p:spPr>
        <p:txBody>
          <a:bodyPr/>
          <a:lstStyle>
            <a:lvl1pPr marL="0" indent="0">
              <a:buNone/>
              <a:defRPr sz="1200" b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###-##</a:t>
            </a:r>
          </a:p>
        </p:txBody>
      </p:sp>
      <p:sp>
        <p:nvSpPr>
          <p:cNvPr id="31" name="www">
            <a:extLst>
              <a:ext uri="{FF2B5EF4-FFF2-40B4-BE49-F238E27FC236}">
                <a16:creationId xmlns:a16="http://schemas.microsoft.com/office/drawing/2014/main" id="{D8D30255-F110-483C-8206-AC63E76144E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2174400" y="3063790"/>
            <a:ext cx="364806" cy="238329"/>
          </a:xfrm>
        </p:spPr>
        <p:txBody>
          <a:bodyPr/>
          <a:lstStyle>
            <a:lvl1pPr marL="0" indent="0">
              <a:buNone/>
              <a:defRPr sz="1200" b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www.</a:t>
            </a:r>
          </a:p>
        </p:txBody>
      </p:sp>
      <p:sp>
        <p:nvSpPr>
          <p:cNvPr id="32" name="Webadresse">
            <a:extLst>
              <a:ext uri="{FF2B5EF4-FFF2-40B4-BE49-F238E27FC236}">
                <a16:creationId xmlns:a16="http://schemas.microsoft.com/office/drawing/2014/main" id="{3344352E-D802-4E62-BA04-25FB2832847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539207" y="3063790"/>
            <a:ext cx="1838323" cy="238329"/>
          </a:xfrm>
        </p:spPr>
        <p:txBody>
          <a:bodyPr/>
          <a:lstStyle>
            <a:lvl1pPr marL="0" indent="0">
              <a:buNone/>
              <a:defRPr sz="1200" b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Adresse eingeben</a:t>
            </a:r>
          </a:p>
        </p:txBody>
      </p:sp>
      <p:sp>
        <p:nvSpPr>
          <p:cNvPr id="33" name="Universität Stuttgart">
            <a:extLst>
              <a:ext uri="{FF2B5EF4-FFF2-40B4-BE49-F238E27FC236}">
                <a16:creationId xmlns:a16="http://schemas.microsoft.com/office/drawing/2014/main" id="{233A8657-F7A9-4688-9CBC-D5A6FB52FCD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174399" y="3508234"/>
            <a:ext cx="2500012" cy="218691"/>
          </a:xfrm>
        </p:spPr>
        <p:txBody>
          <a:bodyPr/>
          <a:lstStyle>
            <a:lvl1pPr marL="0" indent="0">
              <a:buNone/>
              <a:defRPr sz="1200" b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marL="0" lvl="0" indent="0" algn="l" defTabSz="571454" rtl="0" eaLnBrk="1" latinLnBrk="0" hangingPunct="1">
              <a:lnSpc>
                <a:spcPct val="120000"/>
              </a:lnSpc>
              <a:spcBef>
                <a:spcPts val="625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tabLst>
                <a:tab pos="541338" algn="l"/>
              </a:tabLst>
            </a:pPr>
            <a:r>
              <a:rPr lang="de-DE" dirty="0"/>
              <a:t>Universität Stuttgart</a:t>
            </a:r>
          </a:p>
        </p:txBody>
      </p:sp>
      <p:sp>
        <p:nvSpPr>
          <p:cNvPr id="34" name="Abteilung Institut">
            <a:extLst>
              <a:ext uri="{FF2B5EF4-FFF2-40B4-BE49-F238E27FC236}">
                <a16:creationId xmlns:a16="http://schemas.microsoft.com/office/drawing/2014/main" id="{A71D6467-11F2-4464-93B4-80309BE0DEA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174399" y="3747179"/>
            <a:ext cx="3290054" cy="216000"/>
          </a:xfrm>
        </p:spPr>
        <p:txBody>
          <a:bodyPr/>
          <a:lstStyle>
            <a:lvl1pPr marL="0" indent="0">
              <a:buNone/>
              <a:defRPr sz="1200" b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Abteilung oder Institutsname</a:t>
            </a:r>
          </a:p>
        </p:txBody>
      </p:sp>
      <p:sp>
        <p:nvSpPr>
          <p:cNvPr id="35" name="Adressfeld">
            <a:extLst>
              <a:ext uri="{FF2B5EF4-FFF2-40B4-BE49-F238E27FC236}">
                <a16:creationId xmlns:a16="http://schemas.microsoft.com/office/drawing/2014/main" id="{9A019F90-F99F-4F97-BC27-2ADAE0C798F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174399" y="3983433"/>
            <a:ext cx="3290054" cy="216000"/>
          </a:xfrm>
        </p:spPr>
        <p:txBody>
          <a:bodyPr/>
          <a:lstStyle>
            <a:lvl1pPr marL="0" indent="0">
              <a:buNone/>
              <a:defRPr sz="1200" b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Adresse</a:t>
            </a:r>
          </a:p>
        </p:txBody>
      </p:sp>
    </p:spTree>
    <p:extLst>
      <p:ext uri="{BB962C8B-B14F-4D97-AF65-F5344CB8AC3E}">
        <p14:creationId xmlns:p14="http://schemas.microsoft.com/office/powerpoint/2010/main" val="138773809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platzhalter 6"/>
          <p:cNvSpPr>
            <a:spLocks noGrp="1"/>
          </p:cNvSpPr>
          <p:nvPr>
            <p:ph type="title"/>
          </p:nvPr>
        </p:nvSpPr>
        <p:spPr>
          <a:xfrm>
            <a:off x="466727" y="324000"/>
            <a:ext cx="8245475" cy="252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316" y="1008000"/>
            <a:ext cx="8243887" cy="370638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5" name="Footer Placeholde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6725" y="4876200"/>
            <a:ext cx="6063501" cy="12311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Name</a:t>
            </a:r>
          </a:p>
        </p:txBody>
      </p:sp>
      <p:sp>
        <p:nvSpPr>
          <p:cNvPr id="4" name="Date Placeholder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754400" y="4876200"/>
            <a:ext cx="532800" cy="123111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>
              <a:defRPr lang="en-US" sz="800" smtClean="0"/>
            </a:lvl1pPr>
          </a:lstStyle>
          <a:p>
            <a:r>
              <a:rPr lang="de-DE"/>
              <a:t>25.01.2022</a:t>
            </a:r>
            <a:endParaRPr lang="en-US" dirty="0"/>
          </a:p>
        </p:txBody>
      </p:sp>
      <p:sp>
        <p:nvSpPr>
          <p:cNvPr id="6" name="Slide Number Placeholde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89000" y="4876200"/>
            <a:ext cx="223200" cy="123111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9E82CC3C-1DC0-4FDA-9590-6CC506AB67F8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76300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701" r:id="rId2"/>
    <p:sldLayoutId id="2147483702" r:id="rId3"/>
    <p:sldLayoutId id="2147483698" r:id="rId4"/>
    <p:sldLayoutId id="2147483688" r:id="rId5"/>
    <p:sldLayoutId id="2147483662" r:id="rId6"/>
    <p:sldLayoutId id="2147483692" r:id="rId7"/>
    <p:sldLayoutId id="2147483663" r:id="rId8"/>
    <p:sldLayoutId id="2147483676" r:id="rId9"/>
    <p:sldLayoutId id="2147483680" r:id="rId10"/>
    <p:sldLayoutId id="2147483664" r:id="rId11"/>
    <p:sldLayoutId id="2147483665" r:id="rId12"/>
    <p:sldLayoutId id="2147483677" r:id="rId13"/>
    <p:sldLayoutId id="2147483678" r:id="rId14"/>
    <p:sldLayoutId id="2147483679" r:id="rId15"/>
    <p:sldLayoutId id="2147483684" r:id="rId16"/>
    <p:sldLayoutId id="2147483685" r:id="rId17"/>
    <p:sldLayoutId id="2147483682" r:id="rId18"/>
    <p:sldLayoutId id="2147483681" r:id="rId19"/>
    <p:sldLayoutId id="2147483683" r:id="rId20"/>
    <p:sldLayoutId id="2147483666" r:id="rId21"/>
    <p:sldLayoutId id="2147483667" r:id="rId22"/>
    <p:sldLayoutId id="2147483689" r:id="rId23"/>
    <p:sldLayoutId id="2147483690" r:id="rId24"/>
  </p:sldLayoutIdLst>
  <p:hf hdr="0"/>
  <p:txStyles>
    <p:titleStyle>
      <a:lvl1pPr algn="l" defTabSz="685793" rtl="0" eaLnBrk="1" latinLnBrk="0" hangingPunct="1">
        <a:lnSpc>
          <a:spcPct val="90000"/>
        </a:lnSpc>
        <a:spcBef>
          <a:spcPct val="0"/>
        </a:spcBef>
        <a:buNone/>
        <a:defRPr sz="1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48" indent="-171448" algn="l" defTabSz="685793" rtl="0" eaLnBrk="1" latinLnBrk="0" hangingPunct="1">
        <a:lnSpc>
          <a:spcPct val="120000"/>
        </a:lnSpc>
        <a:spcBef>
          <a:spcPts val="750"/>
        </a:spcBef>
        <a:buClr>
          <a:schemeClr val="accent1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360360" indent="-184148" algn="l" defTabSz="685793" rtl="0" eaLnBrk="1" latinLnBrk="0" hangingPunct="1">
        <a:lnSpc>
          <a:spcPct val="120000"/>
        </a:lnSpc>
        <a:spcBef>
          <a:spcPts val="376"/>
        </a:spcBef>
        <a:buClr>
          <a:schemeClr val="tx1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536570" indent="-176212" algn="l" defTabSz="685793" rtl="0" eaLnBrk="1" latinLnBrk="0" hangingPunct="1">
        <a:lnSpc>
          <a:spcPct val="120000"/>
        </a:lnSpc>
        <a:spcBef>
          <a:spcPts val="376"/>
        </a:spcBef>
        <a:buClr>
          <a:schemeClr val="tx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720718" indent="-184148" algn="l" defTabSz="685793" rtl="0" eaLnBrk="1" latinLnBrk="0" hangingPunct="1">
        <a:lnSpc>
          <a:spcPct val="120000"/>
        </a:lnSpc>
        <a:spcBef>
          <a:spcPts val="376"/>
        </a:spcBef>
        <a:buClr>
          <a:schemeClr val="tx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896929" indent="-176212" algn="l" defTabSz="685793" rtl="0" eaLnBrk="1" latinLnBrk="0" hangingPunct="1">
        <a:lnSpc>
          <a:spcPct val="120000"/>
        </a:lnSpc>
        <a:spcBef>
          <a:spcPts val="376"/>
        </a:spcBef>
        <a:buClr>
          <a:schemeClr val="tx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31" indent="-171448" algn="l" defTabSz="685793" rtl="0" eaLnBrk="1" latinLnBrk="0" hangingPunct="1">
        <a:lnSpc>
          <a:spcPct val="90000"/>
        </a:lnSpc>
        <a:spcBef>
          <a:spcPts val="376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28" indent="-171448" algn="l" defTabSz="685793" rtl="0" eaLnBrk="1" latinLnBrk="0" hangingPunct="1">
        <a:lnSpc>
          <a:spcPct val="90000"/>
        </a:lnSpc>
        <a:spcBef>
          <a:spcPts val="376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24" indent="-171448" algn="l" defTabSz="685793" rtl="0" eaLnBrk="1" latinLnBrk="0" hangingPunct="1">
        <a:lnSpc>
          <a:spcPct val="90000"/>
        </a:lnSpc>
        <a:spcBef>
          <a:spcPts val="376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21" indent="-171448" algn="l" defTabSz="685793" rtl="0" eaLnBrk="1" latinLnBrk="0" hangingPunct="1">
        <a:lnSpc>
          <a:spcPct val="90000"/>
        </a:lnSpc>
        <a:spcBef>
          <a:spcPts val="376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9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7" algn="l" defTabSz="68579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93" algn="l" defTabSz="68579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90" algn="l" defTabSz="68579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86" algn="l" defTabSz="68579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83" algn="l" defTabSz="68579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79" algn="l" defTabSz="68579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76" algn="l" defTabSz="68579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73" algn="l" defTabSz="68579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99" userDrawn="1">
          <p15:clr>
            <a:srgbClr val="F26B43"/>
          </p15:clr>
        </p15:guide>
        <p15:guide id="2" pos="295" userDrawn="1">
          <p15:clr>
            <a:srgbClr val="F26B43"/>
          </p15:clr>
        </p15:guide>
        <p15:guide id="3" orient="horz" pos="2967" userDrawn="1">
          <p15:clr>
            <a:srgbClr val="F26B43"/>
          </p15:clr>
        </p15:guide>
        <p15:guide id="4" pos="5488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Zwei Hypothesen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40233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3E444C"/>
                </a:solidFill>
                <a:latin typeface="Arial"/>
              </a:rPr>
              <a:t>Lebensmittelqualität</a:t>
            </a:r>
          </a:p>
          <a:p>
            <a:r>
              <a:rPr sz="1200" b="0">
                <a:solidFill>
                  <a:srgbClr val="9F9998"/>
                </a:solidFill>
                <a:latin typeface="Arial"/>
              </a:rPr>
              <a:t>Open Food Facts · Data-Science-Projekt · Betreuermeeting</a:t>
            </a:r>
          </a:p>
          <a:p>
            <a:r>
              <a:rPr sz="600" b="0">
                <a:solidFill>
                  <a:srgbClr val="9F9998"/>
                </a:solidFill>
                <a:latin typeface="Arial"/>
              </a:rPr>
              <a:t/>
            </a:r>
          </a:p>
          <a:p>
            <a:r>
              <a:rPr sz="1400" b="0">
                <a:solidFill>
                  <a:srgbClr val="00519E"/>
                </a:solidFill>
                <a:latin typeface="Arial"/>
              </a:rPr>
              <a:t>S1 · In der EU verbotene Zusatzstoffe im Regal</a:t>
            </a:r>
          </a:p>
          <a:p>
            <a:r>
              <a:rPr sz="1400" b="0">
                <a:solidFill>
                  <a:srgbClr val="00519E"/>
                </a:solidFill>
                <a:latin typeface="Arial"/>
              </a:rPr>
              <a:t>S6 · Wird unser Essen messbar schlechter?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Hypothese S1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 der EU verbotene Zusatzstoffe im Regal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Fragestellung &amp; Vorgehen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Stehen Produkte mit in der EU verbotenen Zusatzstoffen im Regal?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/>
            <a:r>
              <a:t>Verbraucherfrage: „Steht in meinem Regal etwas, das die EU verboten hat?“</a:t>
            </a:r>
          </a:p>
          <a:p>
            <a:pPr/>
            <a:r>
              <a:t>Tier 1 = in der EU verboten / nicht zugelassen (z. B. E171, E924, E128)</a:t>
            </a:r>
          </a:p>
          <a:p>
            <a:pPr/>
            <a:r>
              <a:t>Tier 2 = in der EU beschränkt, kennzeichnungspflichtig (Azofarbstoffe E102/E110/E129)</a:t>
            </a:r>
          </a:p>
          <a:p>
            <a:pPr/>
            <a:r>
              <a:t>Abgleich der Zusatzstoff-Liste jedes Produkts mit einer EU-Referenzliste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Daten &amp; Methode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4.501.283 Produkte · 697.070 (15,49 %) mit Zusatzstoffliste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/>
            <a:r>
              <a:t>EU-Referenzliste: VO (EG) 1333/2008 Anhang II + Einzelakte (E171: VO (EU) 2022/63)</a:t>
            </a:r>
          </a:p>
          <a:p>
            <a:pPr/>
            <a:r>
              <a:t>Abgleich der additives_tags mit Tier-1/Tier-2-Liste</a:t>
            </a:r>
          </a:p>
          <a:p>
            <a:pPr/>
            <a:r>
              <a:t>„EU-Regal“-Schnitt über countries_en (nur EU-verkaufte Produkte)</a:t>
            </a:r>
          </a:p>
          <a:p>
            <a:pPr/>
            <a:r>
              <a:t>Akzeptanz-Gate: (a) Tier 1 ≥ ~5 %  ·  (b) belegtes Beispiel  ·  (c) Tier 1/2 getrennt</a:t>
            </a:r>
          </a:p>
          <a:p>
            <a:pPr/>
            <a:r>
              <a:rPr sz="1200">
                <a:solidFill>
                  <a:srgbClr val="9F9998"/>
                </a:solidFill>
              </a:rPr>
              <a:t>Vorbehalt: nur ~15 % gelabelt · Eintragsdatum ≠ Rezepturstand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Prävalenz: verboten vs. beschränkt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 wrap="square"/>
          <a:lstStyle/>
          <a:p>
            <a:r>
              <a:t>Tier 1 (verboten): 1,98 % · Tier 2 (beschränkt): 6,94 % der Produkte mit Zusatzstoffliste</a:t>
            </a:r>
          </a:p>
        </p:txBody>
      </p:sp>
      <p:pic>
        <p:nvPicPr>
          <p:cNvPr id="4" name="Picture 3" descr="s1_praevalenz_ti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0462" y="932688"/>
            <a:ext cx="6663075" cy="384047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Welche Stoffe treiben das?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 wrap="square"/>
          <a:lstStyle/>
          <a:p>
            <a:r>
              <a:t>Die häufigsten Treffer sind beschränkte Azofarbstoffe (E129, E102, E110); E171 ist der häufigste verbotene Stoff.</a:t>
            </a:r>
          </a:p>
        </p:txBody>
      </p:sp>
      <p:pic>
        <p:nvPicPr>
          <p:cNvPr id="4" name="Picture 3" descr="s1_top_addi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4618" y="932688"/>
            <a:ext cx="6474763" cy="384047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EU-Regal-Schnitt &amp; der Zeit-Faktor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 wrap="square"/>
          <a:lstStyle/>
          <a:p>
            <a:r>
              <a:t>Im EU-verkauften Bestand sind verbotene Stoffe seltener (Tier 1 0,68 %); 84,37 % der 12.582 E171-Einträge stammen von vor dem Verbot 2022.</a:t>
            </a:r>
          </a:p>
        </p:txBody>
      </p:sp>
      <p:pic>
        <p:nvPicPr>
          <p:cNvPr id="4" name="Picture 3" descr="s1_eu_reg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99731"/>
            <a:ext cx="4000500" cy="2306392"/>
          </a:xfrm>
          <a:prstGeom prst="rect">
            <a:avLst/>
          </a:prstGeom>
        </p:spPr>
      </p:pic>
      <p:pic>
        <p:nvPicPr>
          <p:cNvPr id="5" name="Picture 4" descr="s1_e171_ze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6300" y="1702971"/>
            <a:ext cx="4000500" cy="229991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S1 — Verdikt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/>
            <a:r>
              <a:t>(a) Tier-1-Prävalenz 1,98 % &lt; 5 % → Kriterium nicht erfüllt</a:t>
            </a:r>
          </a:p>
          <a:p>
            <a:pPr/>
            <a:r>
              <a:t>(b) belegtes Beispiel vorhanden: E171 Titandioxid (VO (EU) 2022/63)</a:t>
            </a:r>
          </a:p>
          <a:p>
            <a:pPr/>
            <a:r>
              <a:t>(c) Tier 1/2 getrennt + Zeit- &amp; Coverage-Vorbehalt: erfüllt</a:t>
            </a:r>
          </a:p>
          <a:p>
            <a:pPr/>
            <a:r>
              <a:t>→ H₁ (relevante Verbreitung EU-verbotener Stoffe) auf Verbots-Ebene abgelehnt.</a:t>
            </a:r>
          </a:p>
          <a:p>
            <a:pPr/>
            <a:r>
              <a:t>Aber: beschränkte Stoffe (Tier 2, 6,94 %) sind häufiger; im EU-Regal sind Verbote selten — das Verbot wirkt sichtbar.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Hypothese S6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Wird unser Essen messbar schlechter?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Fragestellung &amp; Kriterien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Steigt über die Jahre der Verarbeitungsgrad (NOVA) bzw. die Ungesundheit (Nutri-Score)?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/>
            <a:r>
              <a:t>Datenachse: Eintragsdatum in die Datenbank — NICHT das Herstellungsdatum</a:t>
            </a:r>
          </a:p>
          <a:p>
            <a:pPr/>
            <a:r>
              <a:t>H₁ nur angenommen, wenn ALLE drei Kriterien halten:</a:t>
            </a:r>
          </a:p>
          <a:p>
            <a:pPr lvl="1"/>
            <a:r>
              <a:t>(a) klarer statistischer Aufwärtstrend</a:t>
            </a:r>
          </a:p>
          <a:p>
            <a:pPr lvl="1"/>
            <a:r>
              <a:t>(b) spürbare Effektgröße (ΔNOVA ≥ 0,3 bzw. ≥ 0,5 Nutri-Punkte)</a:t>
            </a:r>
          </a:p>
          <a:p>
            <a:pPr lvl="1"/>
            <a:r>
              <a:t>(c) Trend bleibt robust, wenn man die Datenqualität kontrolliert</a:t>
            </a:r>
          </a:p>
          <a:p>
            <a:pPr/>
            <a:r>
              <a:t>Fokus: EU; Länder-Beispiele Frankreich &amp; Deutschland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Scheinbarer Trend — und warum er verschwindet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 wrap="square"/>
          <a:lstStyle/>
          <a:p>
            <a:r>
              <a:t>Das offizielle NOVA-Label steigt leicht; füllt man die Datenlücken mit eigener Ableitung, verschwindet der Anstieg. Grund: die Abdeckung bricht ein (92 % → 12 %).</a:t>
            </a:r>
          </a:p>
        </p:txBody>
      </p:sp>
      <p:pic>
        <p:nvPicPr>
          <p:cNvPr id="4" name="Picture 3" descr="s6_nova_trend_offiziell_vs_kombinie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61540"/>
            <a:ext cx="4000500" cy="2382775"/>
          </a:xfrm>
          <a:prstGeom prst="rect">
            <a:avLst/>
          </a:prstGeom>
        </p:spPr>
      </p:pic>
      <p:pic>
        <p:nvPicPr>
          <p:cNvPr id="5" name="Picture 4" descr="s6_coverage_und_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6300" y="1661540"/>
            <a:ext cx="4000500" cy="238277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Qualität schwankt in Wellen — kein Langzeittrend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 wrap="square"/>
          <a:lstStyle/>
          <a:p>
            <a:r>
              <a:t>Über den gesamten Zeitraum kein Trend (p = 0,58). Die Wahl des Zeitfensters erzeugt die Schlagzeile — je nach Fenster steigt oder fällt die Kurve.</a:t>
            </a:r>
          </a:p>
        </p:txBody>
      </p:sp>
      <p:pic>
        <p:nvPicPr>
          <p:cNvPr id="4" name="Picture 3" descr="s6_qualitaet_welle_alle_jah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62543"/>
            <a:ext cx="4000500" cy="2380769"/>
          </a:xfrm>
          <a:prstGeom prst="rect">
            <a:avLst/>
          </a:prstGeom>
        </p:spPr>
      </p:pic>
      <p:pic>
        <p:nvPicPr>
          <p:cNvPr id="5" name="Picture 4" descr="s6_fenster_steigung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6300" y="1661540"/>
            <a:ext cx="4000500" cy="238277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Qualität ist nicht eindimensional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 wrap="square"/>
          <a:lstStyle/>
          <a:p>
            <a:r>
              <a:t>Gesundheit (Nutri + NOVA) und Umwelt (Eco-Score) sind eigenständige Achsen — nur der Eco-Score ist unabhängig; getrennt berichten.</a:t>
            </a:r>
          </a:p>
        </p:txBody>
      </p:sp>
      <p:pic>
        <p:nvPicPr>
          <p:cNvPr id="4" name="Picture 3" descr="s6_qualitaet_korre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76843"/>
            <a:ext cx="4000500" cy="3552168"/>
          </a:xfrm>
          <a:prstGeom prst="rect">
            <a:avLst/>
          </a:prstGeom>
        </p:spPr>
      </p:pic>
      <p:pic>
        <p:nvPicPr>
          <p:cNvPr id="5" name="Picture 4" descr="s6_eco_querschnit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6300" y="2016365"/>
            <a:ext cx="4000500" cy="167312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S6 — Verdikt: H₁ abgelehnt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/>
            <a:r>
              <a:t>(a) Trend statistisch vorhanden, aber (b) zu klein (ΔNOVA +0,23 &lt; 0,3)</a:t>
            </a:r>
          </a:p>
          <a:p>
            <a:pPr/>
            <a:r>
              <a:t>(c) nicht robust: mit gefüllten Datenlücken kippt der Trend (Steigung −0,004/Jahr)</a:t>
            </a:r>
          </a:p>
          <a:p>
            <a:pPr/>
            <a:r>
              <a:t>Der scheinbare Anstieg ist überwiegend ein Coverage- / Datenqualitäts-Artefakt</a:t>
            </a:r>
          </a:p>
          <a:p>
            <a:pPr/>
            <a:r>
              <a:t>Kein belastbarer Beleg, dass der reale Lebensmittelmarkt insgesamt ungesünder wird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Fazit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/>
            <a:r>
              <a:t>S1: EU-verbotene Zusatzstoffe sind im EU-Regal selten (1,98 % global, 0,68 % im EU-Schnitt) — H₁ abgelehnt; beschränkte Azofarbstoffe sind der Treiber.</a:t>
            </a:r>
          </a:p>
          <a:p>
            <a:pPr/>
            <a:r>
              <a:t>S6: Kein belastbarer Beleg, dass Essen über die Zeit schlechter wird — scheinbarer Trend = Coverage-Artefakt; H₁ abgelehnt.</a:t>
            </a:r>
          </a:p>
          <a:p>
            <a:pPr/>
            <a:r>
              <a:t>Gemeinsamer Nenner: Datenqualität &amp; Abdeckung bestimmen die Schlagzeile — beide Hypothesen halten der strengen Prüfung nicht stand.</a:t>
            </a:r>
          </a:p>
          <a:p>
            <a:pPr/>
            <a:r>
              <a:rPr sz="1200">
                <a:solidFill>
                  <a:srgbClr val="9F9998"/>
                </a:solidFill>
              </a:rPr>
              <a:t>Quellen: Open Food Facts · VO (EG) 1333/2008 + Einzelakte · Sarda et al. 2024, Public Health Nutrition 27(1):e63.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Uni_Stuttgart">
  <a:themeElements>
    <a:clrScheme name="UNI COLOUR">
      <a:dk1>
        <a:srgbClr val="3E444C"/>
      </a:dk1>
      <a:lt1>
        <a:sysClr val="window" lastClr="FFFFFF"/>
      </a:lt1>
      <a:dk2>
        <a:srgbClr val="000000"/>
      </a:dk2>
      <a:lt2>
        <a:srgbClr val="9F9998"/>
      </a:lt2>
      <a:accent1>
        <a:srgbClr val="00BEFF"/>
      </a:accent1>
      <a:accent2>
        <a:srgbClr val="00519E"/>
      </a:accent2>
      <a:accent3>
        <a:srgbClr val="3E444C"/>
      </a:accent3>
      <a:accent4>
        <a:srgbClr val="7DC6EA"/>
      </a:accent4>
      <a:accent5>
        <a:srgbClr val="9F9998"/>
      </a:accent5>
      <a:accent6>
        <a:srgbClr val="FFD500"/>
      </a:accent6>
      <a:hlink>
        <a:srgbClr val="00BEFF"/>
      </a:hlink>
      <a:folHlink>
        <a:srgbClr val="3E444C"/>
      </a:folHlink>
    </a:clrScheme>
    <a:fontScheme name="Universitaet_Stuttgart_Fon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sz="1600"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marL="179388" indent="-179388">
          <a:lnSpc>
            <a:spcPct val="120000"/>
          </a:lnSpc>
          <a:spcBef>
            <a:spcPts val="750"/>
          </a:spcBef>
          <a:buClr>
            <a:schemeClr val="accent1"/>
          </a:buClr>
          <a:buFont typeface="Arial" panose="020B0604020202020204" pitchFamily="34" charset="0"/>
          <a:buChar char="•"/>
          <a:defRPr sz="16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Studentische_Vorlage_D_16zu9.pptx" id="{8E0A59FE-E7CB-4A56-91C1-9B968A5DC30D}" vid="{9165F897-74A1-4D77-9AA4-1C3BE4B9AF27}"/>
    </a:ext>
  </a:extLst>
</a:theme>
</file>

<file path=ppt/theme/theme2.xml><?xml version="1.0" encoding="utf-8"?>
<a:theme xmlns:a="http://schemas.openxmlformats.org/drawingml/2006/main" name="Office Theme">
  <a:themeElements>
    <a:clrScheme name="Universität Stuttgart Version 2">
      <a:dk1>
        <a:srgbClr val="323232"/>
      </a:dk1>
      <a:lt1>
        <a:sysClr val="window" lastClr="FFFFFF"/>
      </a:lt1>
      <a:dk2>
        <a:srgbClr val="000000"/>
      </a:dk2>
      <a:lt2>
        <a:srgbClr val="9F9998"/>
      </a:lt2>
      <a:accent1>
        <a:srgbClr val="00BEFF"/>
      </a:accent1>
      <a:accent2>
        <a:srgbClr val="004191"/>
      </a:accent2>
      <a:accent3>
        <a:srgbClr val="323232"/>
      </a:accent3>
      <a:accent4>
        <a:srgbClr val="7DC6EA"/>
      </a:accent4>
      <a:accent5>
        <a:srgbClr val="9F9998"/>
      </a:accent5>
      <a:accent6>
        <a:srgbClr val="FFD500"/>
      </a:accent6>
      <a:hlink>
        <a:srgbClr val="00BEFF"/>
      </a:hlink>
      <a:folHlink>
        <a:srgbClr val="524D4D"/>
      </a:folHlink>
    </a:clrScheme>
    <a:fontScheme name="Universität Stuttgar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Universität Stuttgart Version 2">
      <a:dk1>
        <a:srgbClr val="323232"/>
      </a:dk1>
      <a:lt1>
        <a:sysClr val="window" lastClr="FFFFFF"/>
      </a:lt1>
      <a:dk2>
        <a:srgbClr val="000000"/>
      </a:dk2>
      <a:lt2>
        <a:srgbClr val="9F9998"/>
      </a:lt2>
      <a:accent1>
        <a:srgbClr val="00BEFF"/>
      </a:accent1>
      <a:accent2>
        <a:srgbClr val="004191"/>
      </a:accent2>
      <a:accent3>
        <a:srgbClr val="323232"/>
      </a:accent3>
      <a:accent4>
        <a:srgbClr val="7DC6EA"/>
      </a:accent4>
      <a:accent5>
        <a:srgbClr val="9F9998"/>
      </a:accent5>
      <a:accent6>
        <a:srgbClr val="FFD500"/>
      </a:accent6>
      <a:hlink>
        <a:srgbClr val="00BEFF"/>
      </a:hlink>
      <a:folHlink>
        <a:srgbClr val="524D4D"/>
      </a:folHlink>
    </a:clrScheme>
    <a:fontScheme name="Universität Stuttgar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Studentische_Vorlage_D_16zu9</Template>
  <TotalTime>0</TotalTime>
  <Words>503</Words>
  <Application>Microsoft Office PowerPoint</Application>
  <PresentationFormat>Bildschirmpräsentation (16:9)</PresentationFormat>
  <Paragraphs>183</Paragraphs>
  <Slides>20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20</vt:i4>
      </vt:variant>
    </vt:vector>
  </HeadingPairs>
  <TitlesOfParts>
    <vt:vector size="23" baseType="lpstr">
      <vt:lpstr>Arial</vt:lpstr>
      <vt:lpstr>Wingdings</vt:lpstr>
      <vt:lpstr>Uni_Stuttgart</vt:lpstr>
      <vt:lpstr>Projekt Data Science</vt:lpstr>
      <vt:lpstr>PowerPoint-Präsentation</vt:lpstr>
      <vt:lpstr>Heutige Ziele</vt:lpstr>
      <vt:lpstr>Was ist „Open food facts“?</vt:lpstr>
      <vt:lpstr>Datensatzübersicht</vt:lpstr>
      <vt:lpstr>Datenumfang</vt:lpstr>
      <vt:lpstr>Vollständigkeit des Datensatzes</vt:lpstr>
      <vt:lpstr>Nährwerte</vt:lpstr>
      <vt:lpstr>Nährwerte</vt:lpstr>
      <vt:lpstr>Nährwerte  </vt:lpstr>
      <vt:lpstr>Makronährstoffe </vt:lpstr>
      <vt:lpstr>Makronährstoffe</vt:lpstr>
      <vt:lpstr>Makronährstoffe </vt:lpstr>
      <vt:lpstr>Nährwerte</vt:lpstr>
      <vt:lpstr>Beobachtungen zur Datenqualität der Nutri-Score-Kategorien</vt:lpstr>
      <vt:lpstr>Nutri-Score-Grade-Verteilung  </vt:lpstr>
      <vt:lpstr>Verkaufsländer</vt:lpstr>
      <vt:lpstr>Zusammenfassung</vt:lpstr>
      <vt:lpstr>Ausblick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Projekt Data Science</dc:title>
  <dc:creator>Den Alil</dc:creator>
  <cp:lastModifiedBy>Den Alil</cp:lastModifiedBy>
  <cp:revision>71</cp:revision>
  <dcterms:created xsi:type="dcterms:W3CDTF">2026-05-16T01:12:55Z</dcterms:created>
  <dcterms:modified xsi:type="dcterms:W3CDTF">2026-05-21T11:59:28Z</dcterms:modified>
</cp:coreProperties>
</file>